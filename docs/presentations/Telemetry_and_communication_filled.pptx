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219200" y="184149"/>
            <a:ext cx="21945600" cy="3016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image" Target="../media/image6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Relationship Id="rId14" Type="http://schemas.openxmlformats.org/officeDocument/2006/relationships/image" Target="../media/image82.png"/><Relationship Id="rId15" Type="http://schemas.openxmlformats.org/officeDocument/2006/relationships/image" Target="../media/image83.png"/><Relationship Id="rId16" Type="http://schemas.openxmlformats.org/officeDocument/2006/relationships/image" Target="../media/image84.png"/><Relationship Id="rId17" Type="http://schemas.openxmlformats.org/officeDocument/2006/relationships/image" Target="../media/image85.png"/><Relationship Id="rId18" Type="http://schemas.openxmlformats.org/officeDocument/2006/relationships/image" Target="../media/image86.png"/><Relationship Id="rId19" Type="http://schemas.openxmlformats.org/officeDocument/2006/relationships/image" Target="../media/image87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88.png"/><Relationship Id="rId41" Type="http://schemas.openxmlformats.org/officeDocument/2006/relationships/image" Target="../media/image89.png"/><Relationship Id="rId42" Type="http://schemas.openxmlformats.org/officeDocument/2006/relationships/image" Target="../media/image90.png"/><Relationship Id="rId43" Type="http://schemas.openxmlformats.org/officeDocument/2006/relationships/image" Target="../media/image91.png"/><Relationship Id="rId44" Type="http://schemas.openxmlformats.org/officeDocument/2006/relationships/image" Target="../media/image92.png"/><Relationship Id="rId45" Type="http://schemas.openxmlformats.org/officeDocument/2006/relationships/image" Target="../media/image93.png"/><Relationship Id="rId46" Type="http://schemas.openxmlformats.org/officeDocument/2006/relationships/image" Target="../media/image94.png"/><Relationship Id="rId47" Type="http://schemas.openxmlformats.org/officeDocument/2006/relationships/image" Target="../media/image95.png"/><Relationship Id="rId48" Type="http://schemas.openxmlformats.org/officeDocument/2006/relationships/image" Target="../media/image96.png"/><Relationship Id="rId49" Type="http://schemas.openxmlformats.org/officeDocument/2006/relationships/image" Target="../media/image97.png"/><Relationship Id="rId50" Type="http://schemas.openxmlformats.org/officeDocument/2006/relationships/image" Target="../media/image98.png"/><Relationship Id="rId51" Type="http://schemas.openxmlformats.org/officeDocument/2006/relationships/image" Target="../media/image99.png"/><Relationship Id="rId52" Type="http://schemas.openxmlformats.org/officeDocument/2006/relationships/image" Target="../media/image100.png"/><Relationship Id="rId53" Type="http://schemas.openxmlformats.org/officeDocument/2006/relationships/image" Target="../media/image101.png"/><Relationship Id="rId54" Type="http://schemas.openxmlformats.org/officeDocument/2006/relationships/image" Target="../media/image102.png"/><Relationship Id="rId55" Type="http://schemas.openxmlformats.org/officeDocument/2006/relationships/image" Target="../media/image103.png"/><Relationship Id="rId56" Type="http://schemas.openxmlformats.org/officeDocument/2006/relationships/image" Target="../media/image104.png"/><Relationship Id="rId57" Type="http://schemas.openxmlformats.org/officeDocument/2006/relationships/image" Target="../media/image105.png"/><Relationship Id="rId58" Type="http://schemas.openxmlformats.org/officeDocument/2006/relationships/image" Target="../media/image106.png"/><Relationship Id="rId59" Type="http://schemas.openxmlformats.org/officeDocument/2006/relationships/image" Target="../media/image107.png"/><Relationship Id="rId60" Type="http://schemas.openxmlformats.org/officeDocument/2006/relationships/image" Target="../media/image108.png"/><Relationship Id="rId61" Type="http://schemas.openxmlformats.org/officeDocument/2006/relationships/image" Target="../media/image109.png"/><Relationship Id="rId62" Type="http://schemas.openxmlformats.org/officeDocument/2006/relationships/image" Target="../media/image110.png"/><Relationship Id="rId63" Type="http://schemas.openxmlformats.org/officeDocument/2006/relationships/image" Target="../media/image111.png"/><Relationship Id="rId64" Type="http://schemas.openxmlformats.org/officeDocument/2006/relationships/image" Target="../media/image112.png"/><Relationship Id="rId65" Type="http://schemas.openxmlformats.org/officeDocument/2006/relationships/image" Target="../media/image113.png"/><Relationship Id="rId66" Type="http://schemas.openxmlformats.org/officeDocument/2006/relationships/image" Target="../media/image114.png"/><Relationship Id="rId67" Type="http://schemas.openxmlformats.org/officeDocument/2006/relationships/image" Target="../media/image115.png"/><Relationship Id="rId68" Type="http://schemas.openxmlformats.org/officeDocument/2006/relationships/image" Target="../media/image116.png"/><Relationship Id="rId69" Type="http://schemas.openxmlformats.org/officeDocument/2006/relationships/image" Target="../media/image117.png"/><Relationship Id="rId70" Type="http://schemas.openxmlformats.org/officeDocument/2006/relationships/image" Target="../media/image118.png"/><Relationship Id="rId71" Type="http://schemas.openxmlformats.org/officeDocument/2006/relationships/image" Target="../media/image119.png"/><Relationship Id="rId72" Type="http://schemas.openxmlformats.org/officeDocument/2006/relationships/image" Target="../media/image120.png"/><Relationship Id="rId73" Type="http://schemas.openxmlformats.org/officeDocument/2006/relationships/image" Target="../media/image121.png"/><Relationship Id="rId74" Type="http://schemas.openxmlformats.org/officeDocument/2006/relationships/image" Target="../media/image122.png"/><Relationship Id="rId75" Type="http://schemas.openxmlformats.org/officeDocument/2006/relationships/image" Target="../media/image123.png"/><Relationship Id="rId76" Type="http://schemas.openxmlformats.org/officeDocument/2006/relationships/image" Target="../media/image124.png"/><Relationship Id="rId77" Type="http://schemas.openxmlformats.org/officeDocument/2006/relationships/image" Target="../media/image125.png"/><Relationship Id="rId78" Type="http://schemas.openxmlformats.org/officeDocument/2006/relationships/image" Target="../media/image126.png"/><Relationship Id="rId79" Type="http://schemas.openxmlformats.org/officeDocument/2006/relationships/image" Target="../media/image127.png"/><Relationship Id="rId80" Type="http://schemas.openxmlformats.org/officeDocument/2006/relationships/image" Target="../media/image128.png"/><Relationship Id="rId81" Type="http://schemas.openxmlformats.org/officeDocument/2006/relationships/image" Target="../media/image129.png"/><Relationship Id="rId82" Type="http://schemas.openxmlformats.org/officeDocument/2006/relationships/image" Target="../media/image130.png"/><Relationship Id="rId83" Type="http://schemas.openxmlformats.org/officeDocument/2006/relationships/image" Target="../media/image39.png"/><Relationship Id="rId84" Type="http://schemas.openxmlformats.org/officeDocument/2006/relationships/image" Target="../media/image40.png"/><Relationship Id="rId85" Type="http://schemas.openxmlformats.org/officeDocument/2006/relationships/image" Target="../media/image41.png"/><Relationship Id="rId86" Type="http://schemas.openxmlformats.org/officeDocument/2006/relationships/image" Target="../media/image42.png"/><Relationship Id="rId87" Type="http://schemas.openxmlformats.org/officeDocument/2006/relationships/image" Target="../media/image43.png"/><Relationship Id="rId88" Type="http://schemas.openxmlformats.org/officeDocument/2006/relationships/image" Target="../media/image44.png"/><Relationship Id="rId89" Type="http://schemas.openxmlformats.org/officeDocument/2006/relationships/image" Target="../media/image45.png"/><Relationship Id="rId90" Type="http://schemas.openxmlformats.org/officeDocument/2006/relationships/image" Target="../media/image46.png"/><Relationship Id="rId91" Type="http://schemas.openxmlformats.org/officeDocument/2006/relationships/image" Target="../media/image47.png"/><Relationship Id="rId92" Type="http://schemas.openxmlformats.org/officeDocument/2006/relationships/image" Target="../media/image48.png"/><Relationship Id="rId93" Type="http://schemas.openxmlformats.org/officeDocument/2006/relationships/image" Target="../media/image49.png"/><Relationship Id="rId94" Type="http://schemas.openxmlformats.org/officeDocument/2006/relationships/image" Target="../media/image50.png"/><Relationship Id="rId95" Type="http://schemas.openxmlformats.org/officeDocument/2006/relationships/image" Target="../media/image51.png"/><Relationship Id="rId96" Type="http://schemas.openxmlformats.org/officeDocument/2006/relationships/image" Target="../media/image52.png"/><Relationship Id="rId97" Type="http://schemas.openxmlformats.org/officeDocument/2006/relationships/image" Target="../media/image53.png"/><Relationship Id="rId98" Type="http://schemas.openxmlformats.org/officeDocument/2006/relationships/image" Target="../media/image54.png"/><Relationship Id="rId99" Type="http://schemas.openxmlformats.org/officeDocument/2006/relationships/image" Target="../media/image55.png"/><Relationship Id="rId100" Type="http://schemas.openxmlformats.org/officeDocument/2006/relationships/image" Target="../media/image56.png"/><Relationship Id="rId101" Type="http://schemas.openxmlformats.org/officeDocument/2006/relationships/image" Target="../media/image57.png"/><Relationship Id="rId102" Type="http://schemas.openxmlformats.org/officeDocument/2006/relationships/image" Target="../media/image58.png"/><Relationship Id="rId103" Type="http://schemas.openxmlformats.org/officeDocument/2006/relationships/image" Target="../media/image59.png"/><Relationship Id="rId104" Type="http://schemas.openxmlformats.org/officeDocument/2006/relationships/image" Target="../media/image60.png"/><Relationship Id="rId105" Type="http://schemas.openxmlformats.org/officeDocument/2006/relationships/image" Target="../media/image61.png"/><Relationship Id="rId106" Type="http://schemas.openxmlformats.org/officeDocument/2006/relationships/image" Target="../media/image62.png"/><Relationship Id="rId107" Type="http://schemas.openxmlformats.org/officeDocument/2006/relationships/image" Target="../media/image63.png"/><Relationship Id="rId108" Type="http://schemas.openxmlformats.org/officeDocument/2006/relationships/image" Target="../media/image64.png"/><Relationship Id="rId109" Type="http://schemas.openxmlformats.org/officeDocument/2006/relationships/image" Target="../media/image65.png"/><Relationship Id="rId110" Type="http://schemas.openxmlformats.org/officeDocument/2006/relationships/image" Target="../media/image66.png"/><Relationship Id="rId111" Type="http://schemas.openxmlformats.org/officeDocument/2006/relationships/image" Target="../media/image67.png"/><Relationship Id="rId112" Type="http://schemas.openxmlformats.org/officeDocument/2006/relationships/image" Target="../media/image68.png"/><Relationship Id="rId113" Type="http://schemas.openxmlformats.org/officeDocument/2006/relationships/image" Target="../media/image6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1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Relationship Id="rId14" Type="http://schemas.openxmlformats.org/officeDocument/2006/relationships/image" Target="../media/image82.png"/><Relationship Id="rId15" Type="http://schemas.openxmlformats.org/officeDocument/2006/relationships/image" Target="../media/image83.png"/><Relationship Id="rId16" Type="http://schemas.openxmlformats.org/officeDocument/2006/relationships/image" Target="../media/image84.png"/><Relationship Id="rId17" Type="http://schemas.openxmlformats.org/officeDocument/2006/relationships/image" Target="../media/image85.png"/><Relationship Id="rId18" Type="http://schemas.openxmlformats.org/officeDocument/2006/relationships/image" Target="../media/image86.png"/><Relationship Id="rId19" Type="http://schemas.openxmlformats.org/officeDocument/2006/relationships/image" Target="../media/image87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88.png"/><Relationship Id="rId41" Type="http://schemas.openxmlformats.org/officeDocument/2006/relationships/image" Target="../media/image89.png"/><Relationship Id="rId42" Type="http://schemas.openxmlformats.org/officeDocument/2006/relationships/image" Target="../media/image90.png"/><Relationship Id="rId43" Type="http://schemas.openxmlformats.org/officeDocument/2006/relationships/image" Target="../media/image91.png"/><Relationship Id="rId44" Type="http://schemas.openxmlformats.org/officeDocument/2006/relationships/image" Target="../media/image92.png"/><Relationship Id="rId45" Type="http://schemas.openxmlformats.org/officeDocument/2006/relationships/image" Target="../media/image93.png"/><Relationship Id="rId46" Type="http://schemas.openxmlformats.org/officeDocument/2006/relationships/image" Target="../media/image94.png"/><Relationship Id="rId47" Type="http://schemas.openxmlformats.org/officeDocument/2006/relationships/image" Target="../media/image95.png"/><Relationship Id="rId48" Type="http://schemas.openxmlformats.org/officeDocument/2006/relationships/image" Target="../media/image96.png"/><Relationship Id="rId49" Type="http://schemas.openxmlformats.org/officeDocument/2006/relationships/image" Target="../media/image97.png"/><Relationship Id="rId50" Type="http://schemas.openxmlformats.org/officeDocument/2006/relationships/image" Target="../media/image98.png"/><Relationship Id="rId51" Type="http://schemas.openxmlformats.org/officeDocument/2006/relationships/image" Target="../media/image99.png"/><Relationship Id="rId52" Type="http://schemas.openxmlformats.org/officeDocument/2006/relationships/image" Target="../media/image100.png"/><Relationship Id="rId53" Type="http://schemas.openxmlformats.org/officeDocument/2006/relationships/image" Target="../media/image101.png"/><Relationship Id="rId54" Type="http://schemas.openxmlformats.org/officeDocument/2006/relationships/image" Target="../media/image102.png"/><Relationship Id="rId55" Type="http://schemas.openxmlformats.org/officeDocument/2006/relationships/image" Target="../media/image103.png"/><Relationship Id="rId56" Type="http://schemas.openxmlformats.org/officeDocument/2006/relationships/image" Target="../media/image104.png"/><Relationship Id="rId57" Type="http://schemas.openxmlformats.org/officeDocument/2006/relationships/image" Target="../media/image105.png"/><Relationship Id="rId58" Type="http://schemas.openxmlformats.org/officeDocument/2006/relationships/image" Target="../media/image106.png"/><Relationship Id="rId59" Type="http://schemas.openxmlformats.org/officeDocument/2006/relationships/image" Target="../media/image107.png"/><Relationship Id="rId60" Type="http://schemas.openxmlformats.org/officeDocument/2006/relationships/image" Target="../media/image108.png"/><Relationship Id="rId61" Type="http://schemas.openxmlformats.org/officeDocument/2006/relationships/image" Target="../media/image109.png"/><Relationship Id="rId62" Type="http://schemas.openxmlformats.org/officeDocument/2006/relationships/image" Target="../media/image110.png"/><Relationship Id="rId63" Type="http://schemas.openxmlformats.org/officeDocument/2006/relationships/image" Target="../media/image111.png"/><Relationship Id="rId64" Type="http://schemas.openxmlformats.org/officeDocument/2006/relationships/image" Target="../media/image112.png"/><Relationship Id="rId65" Type="http://schemas.openxmlformats.org/officeDocument/2006/relationships/image" Target="../media/image113.png"/><Relationship Id="rId66" Type="http://schemas.openxmlformats.org/officeDocument/2006/relationships/image" Target="../media/image114.png"/><Relationship Id="rId67" Type="http://schemas.openxmlformats.org/officeDocument/2006/relationships/image" Target="../media/image115.png"/><Relationship Id="rId68" Type="http://schemas.openxmlformats.org/officeDocument/2006/relationships/image" Target="../media/image116.png"/><Relationship Id="rId69" Type="http://schemas.openxmlformats.org/officeDocument/2006/relationships/image" Target="../media/image117.png"/><Relationship Id="rId70" Type="http://schemas.openxmlformats.org/officeDocument/2006/relationships/image" Target="../media/image118.png"/><Relationship Id="rId71" Type="http://schemas.openxmlformats.org/officeDocument/2006/relationships/image" Target="../media/image119.png"/><Relationship Id="rId72" Type="http://schemas.openxmlformats.org/officeDocument/2006/relationships/image" Target="../media/image120.png"/><Relationship Id="rId73" Type="http://schemas.openxmlformats.org/officeDocument/2006/relationships/image" Target="../media/image121.png"/><Relationship Id="rId74" Type="http://schemas.openxmlformats.org/officeDocument/2006/relationships/image" Target="../media/image122.png"/><Relationship Id="rId75" Type="http://schemas.openxmlformats.org/officeDocument/2006/relationships/image" Target="../media/image123.png"/><Relationship Id="rId76" Type="http://schemas.openxmlformats.org/officeDocument/2006/relationships/image" Target="../media/image124.png"/><Relationship Id="rId77" Type="http://schemas.openxmlformats.org/officeDocument/2006/relationships/image" Target="../media/image125.png"/><Relationship Id="rId78" Type="http://schemas.openxmlformats.org/officeDocument/2006/relationships/image" Target="../media/image126.png"/><Relationship Id="rId79" Type="http://schemas.openxmlformats.org/officeDocument/2006/relationships/image" Target="../media/image127.png"/><Relationship Id="rId80" Type="http://schemas.openxmlformats.org/officeDocument/2006/relationships/image" Target="../media/image128.png"/><Relationship Id="rId81" Type="http://schemas.openxmlformats.org/officeDocument/2006/relationships/image" Target="../media/image129.png"/><Relationship Id="rId82" Type="http://schemas.openxmlformats.org/officeDocument/2006/relationships/image" Target="../media/image130.png"/><Relationship Id="rId83" Type="http://schemas.openxmlformats.org/officeDocument/2006/relationships/image" Target="../media/image39.png"/><Relationship Id="rId84" Type="http://schemas.openxmlformats.org/officeDocument/2006/relationships/image" Target="../media/image40.png"/><Relationship Id="rId85" Type="http://schemas.openxmlformats.org/officeDocument/2006/relationships/image" Target="../media/image41.png"/><Relationship Id="rId86" Type="http://schemas.openxmlformats.org/officeDocument/2006/relationships/image" Target="../media/image42.png"/><Relationship Id="rId87" Type="http://schemas.openxmlformats.org/officeDocument/2006/relationships/image" Target="../media/image43.png"/><Relationship Id="rId88" Type="http://schemas.openxmlformats.org/officeDocument/2006/relationships/image" Target="../media/image44.png"/><Relationship Id="rId89" Type="http://schemas.openxmlformats.org/officeDocument/2006/relationships/image" Target="../media/image45.png"/><Relationship Id="rId90" Type="http://schemas.openxmlformats.org/officeDocument/2006/relationships/image" Target="../media/image46.png"/><Relationship Id="rId91" Type="http://schemas.openxmlformats.org/officeDocument/2006/relationships/image" Target="../media/image47.png"/><Relationship Id="rId92" Type="http://schemas.openxmlformats.org/officeDocument/2006/relationships/image" Target="../media/image48.png"/><Relationship Id="rId93" Type="http://schemas.openxmlformats.org/officeDocument/2006/relationships/image" Target="../media/image49.png"/><Relationship Id="rId94" Type="http://schemas.openxmlformats.org/officeDocument/2006/relationships/image" Target="../media/image50.png"/><Relationship Id="rId95" Type="http://schemas.openxmlformats.org/officeDocument/2006/relationships/image" Target="../media/image51.png"/><Relationship Id="rId96" Type="http://schemas.openxmlformats.org/officeDocument/2006/relationships/image" Target="../media/image52.png"/><Relationship Id="rId97" Type="http://schemas.openxmlformats.org/officeDocument/2006/relationships/image" Target="../media/image53.png"/><Relationship Id="rId98" Type="http://schemas.openxmlformats.org/officeDocument/2006/relationships/image" Target="../media/image54.png"/><Relationship Id="rId99" Type="http://schemas.openxmlformats.org/officeDocument/2006/relationships/image" Target="../media/image55.png"/><Relationship Id="rId100" Type="http://schemas.openxmlformats.org/officeDocument/2006/relationships/image" Target="../media/image56.png"/><Relationship Id="rId101" Type="http://schemas.openxmlformats.org/officeDocument/2006/relationships/image" Target="../media/image57.png"/><Relationship Id="rId102" Type="http://schemas.openxmlformats.org/officeDocument/2006/relationships/image" Target="../media/image58.png"/><Relationship Id="rId103" Type="http://schemas.openxmlformats.org/officeDocument/2006/relationships/image" Target="../media/image59.png"/><Relationship Id="rId104" Type="http://schemas.openxmlformats.org/officeDocument/2006/relationships/image" Target="../media/image60.png"/><Relationship Id="rId105" Type="http://schemas.openxmlformats.org/officeDocument/2006/relationships/image" Target="../media/image61.png"/><Relationship Id="rId106" Type="http://schemas.openxmlformats.org/officeDocument/2006/relationships/image" Target="../media/image62.png"/><Relationship Id="rId107" Type="http://schemas.openxmlformats.org/officeDocument/2006/relationships/image" Target="../media/image63.png"/><Relationship Id="rId108" Type="http://schemas.openxmlformats.org/officeDocument/2006/relationships/image" Target="../media/image64.png"/><Relationship Id="rId109" Type="http://schemas.openxmlformats.org/officeDocument/2006/relationships/image" Target="../media/image65.png"/><Relationship Id="rId110" Type="http://schemas.openxmlformats.org/officeDocument/2006/relationships/image" Target="../media/image66.png"/><Relationship Id="rId111" Type="http://schemas.openxmlformats.org/officeDocument/2006/relationships/image" Target="../media/image67.png"/><Relationship Id="rId112" Type="http://schemas.openxmlformats.org/officeDocument/2006/relationships/image" Target="../media/image68.png"/><Relationship Id="rId113" Type="http://schemas.openxmlformats.org/officeDocument/2006/relationships/image" Target="../media/image6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2.png"/><Relationship Id="rId3" Type="http://schemas.openxmlformats.org/officeDocument/2006/relationships/image" Target="../media/image71.png"/><Relationship Id="rId4" Type="http://schemas.openxmlformats.org/officeDocument/2006/relationships/image" Target="../media/image133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Relationship Id="rId27" Type="http://schemas.openxmlformats.org/officeDocument/2006/relationships/image" Target="../media/image25.png"/><Relationship Id="rId28" Type="http://schemas.openxmlformats.org/officeDocument/2006/relationships/image" Target="../media/image26.png"/><Relationship Id="rId29" Type="http://schemas.openxmlformats.org/officeDocument/2006/relationships/image" Target="../media/image27.png"/><Relationship Id="rId30" Type="http://schemas.openxmlformats.org/officeDocument/2006/relationships/image" Target="../media/image28.png"/><Relationship Id="rId31" Type="http://schemas.openxmlformats.org/officeDocument/2006/relationships/image" Target="../media/image29.png"/><Relationship Id="rId32" Type="http://schemas.openxmlformats.org/officeDocument/2006/relationships/image" Target="../media/image30.png"/><Relationship Id="rId33" Type="http://schemas.openxmlformats.org/officeDocument/2006/relationships/image" Target="../media/image31.png"/><Relationship Id="rId34" Type="http://schemas.openxmlformats.org/officeDocument/2006/relationships/image" Target="../media/image32.png"/><Relationship Id="rId35" Type="http://schemas.openxmlformats.org/officeDocument/2006/relationships/image" Target="../media/image33.png"/><Relationship Id="rId36" Type="http://schemas.openxmlformats.org/officeDocument/2006/relationships/image" Target="../media/image34.png"/><Relationship Id="rId37" Type="http://schemas.openxmlformats.org/officeDocument/2006/relationships/image" Target="../media/image35.png"/><Relationship Id="rId38" Type="http://schemas.openxmlformats.org/officeDocument/2006/relationships/image" Target="../media/image36.png"/><Relationship Id="rId39" Type="http://schemas.openxmlformats.org/officeDocument/2006/relationships/image" Target="../media/image37.png"/><Relationship Id="rId40" Type="http://schemas.openxmlformats.org/officeDocument/2006/relationships/image" Target="../media/image38.png"/><Relationship Id="rId41" Type="http://schemas.openxmlformats.org/officeDocument/2006/relationships/image" Target="../media/image88.png"/><Relationship Id="rId42" Type="http://schemas.openxmlformats.org/officeDocument/2006/relationships/image" Target="../media/image89.png"/><Relationship Id="rId43" Type="http://schemas.openxmlformats.org/officeDocument/2006/relationships/image" Target="../media/image90.png"/><Relationship Id="rId44" Type="http://schemas.openxmlformats.org/officeDocument/2006/relationships/image" Target="../media/image91.png"/><Relationship Id="rId45" Type="http://schemas.openxmlformats.org/officeDocument/2006/relationships/image" Target="../media/image92.png"/><Relationship Id="rId46" Type="http://schemas.openxmlformats.org/officeDocument/2006/relationships/image" Target="../media/image93.png"/><Relationship Id="rId47" Type="http://schemas.openxmlformats.org/officeDocument/2006/relationships/image" Target="../media/image94.png"/><Relationship Id="rId48" Type="http://schemas.openxmlformats.org/officeDocument/2006/relationships/image" Target="../media/image95.png"/><Relationship Id="rId49" Type="http://schemas.openxmlformats.org/officeDocument/2006/relationships/image" Target="../media/image96.png"/><Relationship Id="rId50" Type="http://schemas.openxmlformats.org/officeDocument/2006/relationships/image" Target="../media/image97.png"/><Relationship Id="rId51" Type="http://schemas.openxmlformats.org/officeDocument/2006/relationships/image" Target="../media/image98.png"/><Relationship Id="rId52" Type="http://schemas.openxmlformats.org/officeDocument/2006/relationships/image" Target="../media/image99.png"/><Relationship Id="rId53" Type="http://schemas.openxmlformats.org/officeDocument/2006/relationships/image" Target="../media/image100.png"/><Relationship Id="rId54" Type="http://schemas.openxmlformats.org/officeDocument/2006/relationships/image" Target="../media/image101.png"/><Relationship Id="rId55" Type="http://schemas.openxmlformats.org/officeDocument/2006/relationships/image" Target="../media/image102.png"/><Relationship Id="rId56" Type="http://schemas.openxmlformats.org/officeDocument/2006/relationships/image" Target="../media/image103.png"/><Relationship Id="rId57" Type="http://schemas.openxmlformats.org/officeDocument/2006/relationships/image" Target="../media/image104.png"/><Relationship Id="rId58" Type="http://schemas.openxmlformats.org/officeDocument/2006/relationships/image" Target="../media/image105.png"/><Relationship Id="rId59" Type="http://schemas.openxmlformats.org/officeDocument/2006/relationships/image" Target="../media/image106.png"/><Relationship Id="rId60" Type="http://schemas.openxmlformats.org/officeDocument/2006/relationships/image" Target="../media/image107.png"/><Relationship Id="rId61" Type="http://schemas.openxmlformats.org/officeDocument/2006/relationships/image" Target="../media/image108.png"/><Relationship Id="rId62" Type="http://schemas.openxmlformats.org/officeDocument/2006/relationships/image" Target="../media/image109.png"/><Relationship Id="rId63" Type="http://schemas.openxmlformats.org/officeDocument/2006/relationships/image" Target="../media/image110.png"/><Relationship Id="rId64" Type="http://schemas.openxmlformats.org/officeDocument/2006/relationships/image" Target="../media/image111.png"/><Relationship Id="rId65" Type="http://schemas.openxmlformats.org/officeDocument/2006/relationships/image" Target="../media/image112.png"/><Relationship Id="rId66" Type="http://schemas.openxmlformats.org/officeDocument/2006/relationships/image" Target="../media/image113.png"/><Relationship Id="rId67" Type="http://schemas.openxmlformats.org/officeDocument/2006/relationships/image" Target="../media/image114.png"/><Relationship Id="rId68" Type="http://schemas.openxmlformats.org/officeDocument/2006/relationships/image" Target="../media/image115.png"/><Relationship Id="rId69" Type="http://schemas.openxmlformats.org/officeDocument/2006/relationships/image" Target="../media/image116.png"/><Relationship Id="rId70" Type="http://schemas.openxmlformats.org/officeDocument/2006/relationships/image" Target="../media/image117.png"/><Relationship Id="rId71" Type="http://schemas.openxmlformats.org/officeDocument/2006/relationships/image" Target="../media/image118.png"/><Relationship Id="rId72" Type="http://schemas.openxmlformats.org/officeDocument/2006/relationships/image" Target="../media/image119.png"/><Relationship Id="rId73" Type="http://schemas.openxmlformats.org/officeDocument/2006/relationships/image" Target="../media/image120.png"/><Relationship Id="rId74" Type="http://schemas.openxmlformats.org/officeDocument/2006/relationships/image" Target="../media/image121.png"/><Relationship Id="rId75" Type="http://schemas.openxmlformats.org/officeDocument/2006/relationships/image" Target="../media/image122.png"/><Relationship Id="rId76" Type="http://schemas.openxmlformats.org/officeDocument/2006/relationships/image" Target="../media/image123.png"/><Relationship Id="rId77" Type="http://schemas.openxmlformats.org/officeDocument/2006/relationships/image" Target="../media/image124.png"/><Relationship Id="rId78" Type="http://schemas.openxmlformats.org/officeDocument/2006/relationships/image" Target="../media/image125.png"/><Relationship Id="rId79" Type="http://schemas.openxmlformats.org/officeDocument/2006/relationships/image" Target="../media/image126.png"/><Relationship Id="rId80" Type="http://schemas.openxmlformats.org/officeDocument/2006/relationships/image" Target="../media/image127.png"/><Relationship Id="rId81" Type="http://schemas.openxmlformats.org/officeDocument/2006/relationships/image" Target="../media/image128.png"/><Relationship Id="rId82" Type="http://schemas.openxmlformats.org/officeDocument/2006/relationships/image" Target="../media/image129.png"/><Relationship Id="rId83" Type="http://schemas.openxmlformats.org/officeDocument/2006/relationships/image" Target="../media/image130.png"/><Relationship Id="rId84" Type="http://schemas.openxmlformats.org/officeDocument/2006/relationships/image" Target="../media/image39.png"/><Relationship Id="rId85" Type="http://schemas.openxmlformats.org/officeDocument/2006/relationships/image" Target="../media/image40.png"/><Relationship Id="rId86" Type="http://schemas.openxmlformats.org/officeDocument/2006/relationships/image" Target="../media/image41.png"/><Relationship Id="rId87" Type="http://schemas.openxmlformats.org/officeDocument/2006/relationships/image" Target="../media/image42.png"/><Relationship Id="rId88" Type="http://schemas.openxmlformats.org/officeDocument/2006/relationships/image" Target="../media/image43.png"/><Relationship Id="rId89" Type="http://schemas.openxmlformats.org/officeDocument/2006/relationships/image" Target="../media/image44.png"/><Relationship Id="rId90" Type="http://schemas.openxmlformats.org/officeDocument/2006/relationships/image" Target="../media/image45.png"/><Relationship Id="rId91" Type="http://schemas.openxmlformats.org/officeDocument/2006/relationships/image" Target="../media/image46.png"/><Relationship Id="rId92" Type="http://schemas.openxmlformats.org/officeDocument/2006/relationships/image" Target="../media/image47.png"/><Relationship Id="rId93" Type="http://schemas.openxmlformats.org/officeDocument/2006/relationships/image" Target="../media/image48.png"/><Relationship Id="rId94" Type="http://schemas.openxmlformats.org/officeDocument/2006/relationships/image" Target="../media/image49.png"/><Relationship Id="rId95" Type="http://schemas.openxmlformats.org/officeDocument/2006/relationships/image" Target="../media/image50.png"/><Relationship Id="rId96" Type="http://schemas.openxmlformats.org/officeDocument/2006/relationships/image" Target="../media/image51.png"/><Relationship Id="rId97" Type="http://schemas.openxmlformats.org/officeDocument/2006/relationships/image" Target="../media/image52.png"/><Relationship Id="rId98" Type="http://schemas.openxmlformats.org/officeDocument/2006/relationships/image" Target="../media/image53.png"/><Relationship Id="rId99" Type="http://schemas.openxmlformats.org/officeDocument/2006/relationships/image" Target="../media/image54.png"/><Relationship Id="rId100" Type="http://schemas.openxmlformats.org/officeDocument/2006/relationships/image" Target="../media/image55.png"/><Relationship Id="rId101" Type="http://schemas.openxmlformats.org/officeDocument/2006/relationships/image" Target="../media/image56.png"/><Relationship Id="rId102" Type="http://schemas.openxmlformats.org/officeDocument/2006/relationships/image" Target="../media/image57.png"/><Relationship Id="rId103" Type="http://schemas.openxmlformats.org/officeDocument/2006/relationships/image" Target="../media/image58.png"/><Relationship Id="rId104" Type="http://schemas.openxmlformats.org/officeDocument/2006/relationships/image" Target="../media/image59.png"/><Relationship Id="rId105" Type="http://schemas.openxmlformats.org/officeDocument/2006/relationships/image" Target="../media/image60.png"/><Relationship Id="rId106" Type="http://schemas.openxmlformats.org/officeDocument/2006/relationships/image" Target="../media/image61.png"/><Relationship Id="rId107" Type="http://schemas.openxmlformats.org/officeDocument/2006/relationships/image" Target="../media/image62.png"/><Relationship Id="rId108" Type="http://schemas.openxmlformats.org/officeDocument/2006/relationships/image" Target="../media/image63.png"/><Relationship Id="rId109" Type="http://schemas.openxmlformats.org/officeDocument/2006/relationships/image" Target="../media/image64.png"/><Relationship Id="rId110" Type="http://schemas.openxmlformats.org/officeDocument/2006/relationships/image" Target="../media/image65.png"/><Relationship Id="rId111" Type="http://schemas.openxmlformats.org/officeDocument/2006/relationships/image" Target="../media/image66.png"/><Relationship Id="rId112" Type="http://schemas.openxmlformats.org/officeDocument/2006/relationships/image" Target="../media/image67.png"/><Relationship Id="rId113" Type="http://schemas.openxmlformats.org/officeDocument/2006/relationships/image" Target="../media/image68.png"/><Relationship Id="rId114" Type="http://schemas.openxmlformats.org/officeDocument/2006/relationships/image" Target="../media/image6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2.png"/><Relationship Id="rId3" Type="http://schemas.openxmlformats.org/officeDocument/2006/relationships/image" Target="../media/image71.png"/><Relationship Id="rId4" Type="http://schemas.openxmlformats.org/officeDocument/2006/relationships/image" Target="../media/image133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Relationship Id="rId27" Type="http://schemas.openxmlformats.org/officeDocument/2006/relationships/image" Target="../media/image25.png"/><Relationship Id="rId28" Type="http://schemas.openxmlformats.org/officeDocument/2006/relationships/image" Target="../media/image26.png"/><Relationship Id="rId29" Type="http://schemas.openxmlformats.org/officeDocument/2006/relationships/image" Target="../media/image27.png"/><Relationship Id="rId30" Type="http://schemas.openxmlformats.org/officeDocument/2006/relationships/image" Target="../media/image28.png"/><Relationship Id="rId31" Type="http://schemas.openxmlformats.org/officeDocument/2006/relationships/image" Target="../media/image29.png"/><Relationship Id="rId32" Type="http://schemas.openxmlformats.org/officeDocument/2006/relationships/image" Target="../media/image30.png"/><Relationship Id="rId33" Type="http://schemas.openxmlformats.org/officeDocument/2006/relationships/image" Target="../media/image31.png"/><Relationship Id="rId34" Type="http://schemas.openxmlformats.org/officeDocument/2006/relationships/image" Target="../media/image32.png"/><Relationship Id="rId35" Type="http://schemas.openxmlformats.org/officeDocument/2006/relationships/image" Target="../media/image33.png"/><Relationship Id="rId36" Type="http://schemas.openxmlformats.org/officeDocument/2006/relationships/image" Target="../media/image34.png"/><Relationship Id="rId37" Type="http://schemas.openxmlformats.org/officeDocument/2006/relationships/image" Target="../media/image35.png"/><Relationship Id="rId38" Type="http://schemas.openxmlformats.org/officeDocument/2006/relationships/image" Target="../media/image36.png"/><Relationship Id="rId39" Type="http://schemas.openxmlformats.org/officeDocument/2006/relationships/image" Target="../media/image37.png"/><Relationship Id="rId40" Type="http://schemas.openxmlformats.org/officeDocument/2006/relationships/image" Target="../media/image38.png"/><Relationship Id="rId41" Type="http://schemas.openxmlformats.org/officeDocument/2006/relationships/image" Target="../media/image88.png"/><Relationship Id="rId42" Type="http://schemas.openxmlformats.org/officeDocument/2006/relationships/image" Target="../media/image89.png"/><Relationship Id="rId43" Type="http://schemas.openxmlformats.org/officeDocument/2006/relationships/image" Target="../media/image90.png"/><Relationship Id="rId44" Type="http://schemas.openxmlformats.org/officeDocument/2006/relationships/image" Target="../media/image91.png"/><Relationship Id="rId45" Type="http://schemas.openxmlformats.org/officeDocument/2006/relationships/image" Target="../media/image92.png"/><Relationship Id="rId46" Type="http://schemas.openxmlformats.org/officeDocument/2006/relationships/image" Target="../media/image93.png"/><Relationship Id="rId47" Type="http://schemas.openxmlformats.org/officeDocument/2006/relationships/image" Target="../media/image94.png"/><Relationship Id="rId48" Type="http://schemas.openxmlformats.org/officeDocument/2006/relationships/image" Target="../media/image95.png"/><Relationship Id="rId49" Type="http://schemas.openxmlformats.org/officeDocument/2006/relationships/image" Target="../media/image96.png"/><Relationship Id="rId50" Type="http://schemas.openxmlformats.org/officeDocument/2006/relationships/image" Target="../media/image97.png"/><Relationship Id="rId51" Type="http://schemas.openxmlformats.org/officeDocument/2006/relationships/image" Target="../media/image98.png"/><Relationship Id="rId52" Type="http://schemas.openxmlformats.org/officeDocument/2006/relationships/image" Target="../media/image99.png"/><Relationship Id="rId53" Type="http://schemas.openxmlformats.org/officeDocument/2006/relationships/image" Target="../media/image100.png"/><Relationship Id="rId54" Type="http://schemas.openxmlformats.org/officeDocument/2006/relationships/image" Target="../media/image101.png"/><Relationship Id="rId55" Type="http://schemas.openxmlformats.org/officeDocument/2006/relationships/image" Target="../media/image102.png"/><Relationship Id="rId56" Type="http://schemas.openxmlformats.org/officeDocument/2006/relationships/image" Target="../media/image103.png"/><Relationship Id="rId57" Type="http://schemas.openxmlformats.org/officeDocument/2006/relationships/image" Target="../media/image104.png"/><Relationship Id="rId58" Type="http://schemas.openxmlformats.org/officeDocument/2006/relationships/image" Target="../media/image105.png"/><Relationship Id="rId59" Type="http://schemas.openxmlformats.org/officeDocument/2006/relationships/image" Target="../media/image106.png"/><Relationship Id="rId60" Type="http://schemas.openxmlformats.org/officeDocument/2006/relationships/image" Target="../media/image107.png"/><Relationship Id="rId61" Type="http://schemas.openxmlformats.org/officeDocument/2006/relationships/image" Target="../media/image108.png"/><Relationship Id="rId62" Type="http://schemas.openxmlformats.org/officeDocument/2006/relationships/image" Target="../media/image109.png"/><Relationship Id="rId63" Type="http://schemas.openxmlformats.org/officeDocument/2006/relationships/image" Target="../media/image110.png"/><Relationship Id="rId64" Type="http://schemas.openxmlformats.org/officeDocument/2006/relationships/image" Target="../media/image111.png"/><Relationship Id="rId65" Type="http://schemas.openxmlformats.org/officeDocument/2006/relationships/image" Target="../media/image112.png"/><Relationship Id="rId66" Type="http://schemas.openxmlformats.org/officeDocument/2006/relationships/image" Target="../media/image113.png"/><Relationship Id="rId67" Type="http://schemas.openxmlformats.org/officeDocument/2006/relationships/image" Target="../media/image114.png"/><Relationship Id="rId68" Type="http://schemas.openxmlformats.org/officeDocument/2006/relationships/image" Target="../media/image115.png"/><Relationship Id="rId69" Type="http://schemas.openxmlformats.org/officeDocument/2006/relationships/image" Target="../media/image116.png"/><Relationship Id="rId70" Type="http://schemas.openxmlformats.org/officeDocument/2006/relationships/image" Target="../media/image117.png"/><Relationship Id="rId71" Type="http://schemas.openxmlformats.org/officeDocument/2006/relationships/image" Target="../media/image118.png"/><Relationship Id="rId72" Type="http://schemas.openxmlformats.org/officeDocument/2006/relationships/image" Target="../media/image119.png"/><Relationship Id="rId73" Type="http://schemas.openxmlformats.org/officeDocument/2006/relationships/image" Target="../media/image120.png"/><Relationship Id="rId74" Type="http://schemas.openxmlformats.org/officeDocument/2006/relationships/image" Target="../media/image121.png"/><Relationship Id="rId75" Type="http://schemas.openxmlformats.org/officeDocument/2006/relationships/image" Target="../media/image122.png"/><Relationship Id="rId76" Type="http://schemas.openxmlformats.org/officeDocument/2006/relationships/image" Target="../media/image123.png"/><Relationship Id="rId77" Type="http://schemas.openxmlformats.org/officeDocument/2006/relationships/image" Target="../media/image124.png"/><Relationship Id="rId78" Type="http://schemas.openxmlformats.org/officeDocument/2006/relationships/image" Target="../media/image125.png"/><Relationship Id="rId79" Type="http://schemas.openxmlformats.org/officeDocument/2006/relationships/image" Target="../media/image126.png"/><Relationship Id="rId80" Type="http://schemas.openxmlformats.org/officeDocument/2006/relationships/image" Target="../media/image127.png"/><Relationship Id="rId81" Type="http://schemas.openxmlformats.org/officeDocument/2006/relationships/image" Target="../media/image128.png"/><Relationship Id="rId82" Type="http://schemas.openxmlformats.org/officeDocument/2006/relationships/image" Target="../media/image129.png"/><Relationship Id="rId83" Type="http://schemas.openxmlformats.org/officeDocument/2006/relationships/image" Target="../media/image130.png"/><Relationship Id="rId84" Type="http://schemas.openxmlformats.org/officeDocument/2006/relationships/image" Target="../media/image39.png"/><Relationship Id="rId85" Type="http://schemas.openxmlformats.org/officeDocument/2006/relationships/image" Target="../media/image40.png"/><Relationship Id="rId86" Type="http://schemas.openxmlformats.org/officeDocument/2006/relationships/image" Target="../media/image41.png"/><Relationship Id="rId87" Type="http://schemas.openxmlformats.org/officeDocument/2006/relationships/image" Target="../media/image42.png"/><Relationship Id="rId88" Type="http://schemas.openxmlformats.org/officeDocument/2006/relationships/image" Target="../media/image43.png"/><Relationship Id="rId89" Type="http://schemas.openxmlformats.org/officeDocument/2006/relationships/image" Target="../media/image44.png"/><Relationship Id="rId90" Type="http://schemas.openxmlformats.org/officeDocument/2006/relationships/image" Target="../media/image45.png"/><Relationship Id="rId91" Type="http://schemas.openxmlformats.org/officeDocument/2006/relationships/image" Target="../media/image46.png"/><Relationship Id="rId92" Type="http://schemas.openxmlformats.org/officeDocument/2006/relationships/image" Target="../media/image47.png"/><Relationship Id="rId93" Type="http://schemas.openxmlformats.org/officeDocument/2006/relationships/image" Target="../media/image48.png"/><Relationship Id="rId94" Type="http://schemas.openxmlformats.org/officeDocument/2006/relationships/image" Target="../media/image49.png"/><Relationship Id="rId95" Type="http://schemas.openxmlformats.org/officeDocument/2006/relationships/image" Target="../media/image50.png"/><Relationship Id="rId96" Type="http://schemas.openxmlformats.org/officeDocument/2006/relationships/image" Target="../media/image51.png"/><Relationship Id="rId97" Type="http://schemas.openxmlformats.org/officeDocument/2006/relationships/image" Target="../media/image52.png"/><Relationship Id="rId98" Type="http://schemas.openxmlformats.org/officeDocument/2006/relationships/image" Target="../media/image53.png"/><Relationship Id="rId99" Type="http://schemas.openxmlformats.org/officeDocument/2006/relationships/image" Target="../media/image54.png"/><Relationship Id="rId100" Type="http://schemas.openxmlformats.org/officeDocument/2006/relationships/image" Target="../media/image55.png"/><Relationship Id="rId101" Type="http://schemas.openxmlformats.org/officeDocument/2006/relationships/image" Target="../media/image56.png"/><Relationship Id="rId102" Type="http://schemas.openxmlformats.org/officeDocument/2006/relationships/image" Target="../media/image57.png"/><Relationship Id="rId103" Type="http://schemas.openxmlformats.org/officeDocument/2006/relationships/image" Target="../media/image58.png"/><Relationship Id="rId104" Type="http://schemas.openxmlformats.org/officeDocument/2006/relationships/image" Target="../media/image59.png"/><Relationship Id="rId105" Type="http://schemas.openxmlformats.org/officeDocument/2006/relationships/image" Target="../media/image60.png"/><Relationship Id="rId106" Type="http://schemas.openxmlformats.org/officeDocument/2006/relationships/image" Target="../media/image61.png"/><Relationship Id="rId107" Type="http://schemas.openxmlformats.org/officeDocument/2006/relationships/image" Target="../media/image62.png"/><Relationship Id="rId108" Type="http://schemas.openxmlformats.org/officeDocument/2006/relationships/image" Target="../media/image63.png"/><Relationship Id="rId109" Type="http://schemas.openxmlformats.org/officeDocument/2006/relationships/image" Target="../media/image64.png"/><Relationship Id="rId110" Type="http://schemas.openxmlformats.org/officeDocument/2006/relationships/image" Target="../media/image65.png"/><Relationship Id="rId111" Type="http://schemas.openxmlformats.org/officeDocument/2006/relationships/image" Target="../media/image66.png"/><Relationship Id="rId112" Type="http://schemas.openxmlformats.org/officeDocument/2006/relationships/image" Target="../media/image67.png"/><Relationship Id="rId113" Type="http://schemas.openxmlformats.org/officeDocument/2006/relationships/image" Target="../media/image68.png"/><Relationship Id="rId114" Type="http://schemas.openxmlformats.org/officeDocument/2006/relationships/image" Target="../media/image6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4.png"/><Relationship Id="rId3" Type="http://schemas.openxmlformats.org/officeDocument/2006/relationships/image" Target="../media/image71.png"/><Relationship Id="rId4" Type="http://schemas.openxmlformats.org/officeDocument/2006/relationships/image" Target="../media/image133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Relationship Id="rId27" Type="http://schemas.openxmlformats.org/officeDocument/2006/relationships/image" Target="../media/image25.png"/><Relationship Id="rId28" Type="http://schemas.openxmlformats.org/officeDocument/2006/relationships/image" Target="../media/image26.png"/><Relationship Id="rId29" Type="http://schemas.openxmlformats.org/officeDocument/2006/relationships/image" Target="../media/image27.png"/><Relationship Id="rId30" Type="http://schemas.openxmlformats.org/officeDocument/2006/relationships/image" Target="../media/image28.png"/><Relationship Id="rId31" Type="http://schemas.openxmlformats.org/officeDocument/2006/relationships/image" Target="../media/image29.png"/><Relationship Id="rId32" Type="http://schemas.openxmlformats.org/officeDocument/2006/relationships/image" Target="../media/image30.png"/><Relationship Id="rId33" Type="http://schemas.openxmlformats.org/officeDocument/2006/relationships/image" Target="../media/image31.png"/><Relationship Id="rId34" Type="http://schemas.openxmlformats.org/officeDocument/2006/relationships/image" Target="../media/image32.png"/><Relationship Id="rId35" Type="http://schemas.openxmlformats.org/officeDocument/2006/relationships/image" Target="../media/image33.png"/><Relationship Id="rId36" Type="http://schemas.openxmlformats.org/officeDocument/2006/relationships/image" Target="../media/image34.png"/><Relationship Id="rId37" Type="http://schemas.openxmlformats.org/officeDocument/2006/relationships/image" Target="../media/image35.png"/><Relationship Id="rId38" Type="http://schemas.openxmlformats.org/officeDocument/2006/relationships/image" Target="../media/image36.png"/><Relationship Id="rId39" Type="http://schemas.openxmlformats.org/officeDocument/2006/relationships/image" Target="../media/image37.png"/><Relationship Id="rId40" Type="http://schemas.openxmlformats.org/officeDocument/2006/relationships/image" Target="../media/image38.png"/><Relationship Id="rId41" Type="http://schemas.openxmlformats.org/officeDocument/2006/relationships/image" Target="../media/image88.png"/><Relationship Id="rId42" Type="http://schemas.openxmlformats.org/officeDocument/2006/relationships/image" Target="../media/image89.png"/><Relationship Id="rId43" Type="http://schemas.openxmlformats.org/officeDocument/2006/relationships/image" Target="../media/image90.png"/><Relationship Id="rId44" Type="http://schemas.openxmlformats.org/officeDocument/2006/relationships/image" Target="../media/image91.png"/><Relationship Id="rId45" Type="http://schemas.openxmlformats.org/officeDocument/2006/relationships/image" Target="../media/image92.png"/><Relationship Id="rId46" Type="http://schemas.openxmlformats.org/officeDocument/2006/relationships/image" Target="../media/image93.png"/><Relationship Id="rId47" Type="http://schemas.openxmlformats.org/officeDocument/2006/relationships/image" Target="../media/image94.png"/><Relationship Id="rId48" Type="http://schemas.openxmlformats.org/officeDocument/2006/relationships/image" Target="../media/image95.png"/><Relationship Id="rId49" Type="http://schemas.openxmlformats.org/officeDocument/2006/relationships/image" Target="../media/image96.png"/><Relationship Id="rId50" Type="http://schemas.openxmlformats.org/officeDocument/2006/relationships/image" Target="../media/image97.png"/><Relationship Id="rId51" Type="http://schemas.openxmlformats.org/officeDocument/2006/relationships/image" Target="../media/image98.png"/><Relationship Id="rId52" Type="http://schemas.openxmlformats.org/officeDocument/2006/relationships/image" Target="../media/image99.png"/><Relationship Id="rId53" Type="http://schemas.openxmlformats.org/officeDocument/2006/relationships/image" Target="../media/image100.png"/><Relationship Id="rId54" Type="http://schemas.openxmlformats.org/officeDocument/2006/relationships/image" Target="../media/image101.png"/><Relationship Id="rId55" Type="http://schemas.openxmlformats.org/officeDocument/2006/relationships/image" Target="../media/image102.png"/><Relationship Id="rId56" Type="http://schemas.openxmlformats.org/officeDocument/2006/relationships/image" Target="../media/image103.png"/><Relationship Id="rId57" Type="http://schemas.openxmlformats.org/officeDocument/2006/relationships/image" Target="../media/image104.png"/><Relationship Id="rId58" Type="http://schemas.openxmlformats.org/officeDocument/2006/relationships/image" Target="../media/image105.png"/><Relationship Id="rId59" Type="http://schemas.openxmlformats.org/officeDocument/2006/relationships/image" Target="../media/image106.png"/><Relationship Id="rId60" Type="http://schemas.openxmlformats.org/officeDocument/2006/relationships/image" Target="../media/image107.png"/><Relationship Id="rId61" Type="http://schemas.openxmlformats.org/officeDocument/2006/relationships/image" Target="../media/image108.png"/><Relationship Id="rId62" Type="http://schemas.openxmlformats.org/officeDocument/2006/relationships/image" Target="../media/image109.png"/><Relationship Id="rId63" Type="http://schemas.openxmlformats.org/officeDocument/2006/relationships/image" Target="../media/image110.png"/><Relationship Id="rId64" Type="http://schemas.openxmlformats.org/officeDocument/2006/relationships/image" Target="../media/image111.png"/><Relationship Id="rId65" Type="http://schemas.openxmlformats.org/officeDocument/2006/relationships/image" Target="../media/image112.png"/><Relationship Id="rId66" Type="http://schemas.openxmlformats.org/officeDocument/2006/relationships/image" Target="../media/image113.png"/><Relationship Id="rId67" Type="http://schemas.openxmlformats.org/officeDocument/2006/relationships/image" Target="../media/image114.png"/><Relationship Id="rId68" Type="http://schemas.openxmlformats.org/officeDocument/2006/relationships/image" Target="../media/image115.png"/><Relationship Id="rId69" Type="http://schemas.openxmlformats.org/officeDocument/2006/relationships/image" Target="../media/image116.png"/><Relationship Id="rId70" Type="http://schemas.openxmlformats.org/officeDocument/2006/relationships/image" Target="../media/image117.png"/><Relationship Id="rId71" Type="http://schemas.openxmlformats.org/officeDocument/2006/relationships/image" Target="../media/image118.png"/><Relationship Id="rId72" Type="http://schemas.openxmlformats.org/officeDocument/2006/relationships/image" Target="../media/image119.png"/><Relationship Id="rId73" Type="http://schemas.openxmlformats.org/officeDocument/2006/relationships/image" Target="../media/image120.png"/><Relationship Id="rId74" Type="http://schemas.openxmlformats.org/officeDocument/2006/relationships/image" Target="../media/image121.png"/><Relationship Id="rId75" Type="http://schemas.openxmlformats.org/officeDocument/2006/relationships/image" Target="../media/image122.png"/><Relationship Id="rId76" Type="http://schemas.openxmlformats.org/officeDocument/2006/relationships/image" Target="../media/image123.png"/><Relationship Id="rId77" Type="http://schemas.openxmlformats.org/officeDocument/2006/relationships/image" Target="../media/image124.png"/><Relationship Id="rId78" Type="http://schemas.openxmlformats.org/officeDocument/2006/relationships/image" Target="../media/image125.png"/><Relationship Id="rId79" Type="http://schemas.openxmlformats.org/officeDocument/2006/relationships/image" Target="../media/image126.png"/><Relationship Id="rId80" Type="http://schemas.openxmlformats.org/officeDocument/2006/relationships/image" Target="../media/image127.png"/><Relationship Id="rId81" Type="http://schemas.openxmlformats.org/officeDocument/2006/relationships/image" Target="../media/image128.png"/><Relationship Id="rId82" Type="http://schemas.openxmlformats.org/officeDocument/2006/relationships/image" Target="../media/image129.png"/><Relationship Id="rId83" Type="http://schemas.openxmlformats.org/officeDocument/2006/relationships/image" Target="../media/image130.png"/><Relationship Id="rId84" Type="http://schemas.openxmlformats.org/officeDocument/2006/relationships/image" Target="../media/image39.png"/><Relationship Id="rId85" Type="http://schemas.openxmlformats.org/officeDocument/2006/relationships/image" Target="../media/image40.png"/><Relationship Id="rId86" Type="http://schemas.openxmlformats.org/officeDocument/2006/relationships/image" Target="../media/image41.png"/><Relationship Id="rId87" Type="http://schemas.openxmlformats.org/officeDocument/2006/relationships/image" Target="../media/image42.png"/><Relationship Id="rId88" Type="http://schemas.openxmlformats.org/officeDocument/2006/relationships/image" Target="../media/image43.png"/><Relationship Id="rId89" Type="http://schemas.openxmlformats.org/officeDocument/2006/relationships/image" Target="../media/image44.png"/><Relationship Id="rId90" Type="http://schemas.openxmlformats.org/officeDocument/2006/relationships/image" Target="../media/image45.png"/><Relationship Id="rId91" Type="http://schemas.openxmlformats.org/officeDocument/2006/relationships/image" Target="../media/image46.png"/><Relationship Id="rId92" Type="http://schemas.openxmlformats.org/officeDocument/2006/relationships/image" Target="../media/image47.png"/><Relationship Id="rId93" Type="http://schemas.openxmlformats.org/officeDocument/2006/relationships/image" Target="../media/image48.png"/><Relationship Id="rId94" Type="http://schemas.openxmlformats.org/officeDocument/2006/relationships/image" Target="../media/image49.png"/><Relationship Id="rId95" Type="http://schemas.openxmlformats.org/officeDocument/2006/relationships/image" Target="../media/image50.png"/><Relationship Id="rId96" Type="http://schemas.openxmlformats.org/officeDocument/2006/relationships/image" Target="../media/image51.png"/><Relationship Id="rId97" Type="http://schemas.openxmlformats.org/officeDocument/2006/relationships/image" Target="../media/image52.png"/><Relationship Id="rId98" Type="http://schemas.openxmlformats.org/officeDocument/2006/relationships/image" Target="../media/image53.png"/><Relationship Id="rId99" Type="http://schemas.openxmlformats.org/officeDocument/2006/relationships/image" Target="../media/image54.png"/><Relationship Id="rId100" Type="http://schemas.openxmlformats.org/officeDocument/2006/relationships/image" Target="../media/image55.png"/><Relationship Id="rId101" Type="http://schemas.openxmlformats.org/officeDocument/2006/relationships/image" Target="../media/image56.png"/><Relationship Id="rId102" Type="http://schemas.openxmlformats.org/officeDocument/2006/relationships/image" Target="../media/image57.png"/><Relationship Id="rId103" Type="http://schemas.openxmlformats.org/officeDocument/2006/relationships/image" Target="../media/image58.png"/><Relationship Id="rId104" Type="http://schemas.openxmlformats.org/officeDocument/2006/relationships/image" Target="../media/image59.png"/><Relationship Id="rId105" Type="http://schemas.openxmlformats.org/officeDocument/2006/relationships/image" Target="../media/image60.png"/><Relationship Id="rId106" Type="http://schemas.openxmlformats.org/officeDocument/2006/relationships/image" Target="../media/image61.png"/><Relationship Id="rId107" Type="http://schemas.openxmlformats.org/officeDocument/2006/relationships/image" Target="../media/image62.png"/><Relationship Id="rId108" Type="http://schemas.openxmlformats.org/officeDocument/2006/relationships/image" Target="../media/image63.png"/><Relationship Id="rId109" Type="http://schemas.openxmlformats.org/officeDocument/2006/relationships/image" Target="../media/image64.png"/><Relationship Id="rId110" Type="http://schemas.openxmlformats.org/officeDocument/2006/relationships/image" Target="../media/image65.png"/><Relationship Id="rId111" Type="http://schemas.openxmlformats.org/officeDocument/2006/relationships/image" Target="../media/image66.png"/><Relationship Id="rId112" Type="http://schemas.openxmlformats.org/officeDocument/2006/relationships/image" Target="../media/image67.png"/><Relationship Id="rId113" Type="http://schemas.openxmlformats.org/officeDocument/2006/relationships/image" Target="../media/image68.png"/><Relationship Id="rId114" Type="http://schemas.openxmlformats.org/officeDocument/2006/relationships/image" Target="../media/image6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133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Relationship Id="rId27" Type="http://schemas.openxmlformats.org/officeDocument/2006/relationships/image" Target="../media/image25.png"/><Relationship Id="rId28" Type="http://schemas.openxmlformats.org/officeDocument/2006/relationships/image" Target="../media/image26.png"/><Relationship Id="rId29" Type="http://schemas.openxmlformats.org/officeDocument/2006/relationships/image" Target="../media/image27.png"/><Relationship Id="rId30" Type="http://schemas.openxmlformats.org/officeDocument/2006/relationships/image" Target="../media/image28.png"/><Relationship Id="rId31" Type="http://schemas.openxmlformats.org/officeDocument/2006/relationships/image" Target="../media/image29.png"/><Relationship Id="rId32" Type="http://schemas.openxmlformats.org/officeDocument/2006/relationships/image" Target="../media/image30.png"/><Relationship Id="rId33" Type="http://schemas.openxmlformats.org/officeDocument/2006/relationships/image" Target="../media/image31.png"/><Relationship Id="rId34" Type="http://schemas.openxmlformats.org/officeDocument/2006/relationships/image" Target="../media/image32.png"/><Relationship Id="rId35" Type="http://schemas.openxmlformats.org/officeDocument/2006/relationships/image" Target="../media/image33.png"/><Relationship Id="rId36" Type="http://schemas.openxmlformats.org/officeDocument/2006/relationships/image" Target="../media/image34.png"/><Relationship Id="rId37" Type="http://schemas.openxmlformats.org/officeDocument/2006/relationships/image" Target="../media/image35.png"/><Relationship Id="rId38" Type="http://schemas.openxmlformats.org/officeDocument/2006/relationships/image" Target="../media/image36.png"/><Relationship Id="rId39" Type="http://schemas.openxmlformats.org/officeDocument/2006/relationships/image" Target="../media/image37.png"/><Relationship Id="rId40" Type="http://schemas.openxmlformats.org/officeDocument/2006/relationships/image" Target="../media/image38.png"/><Relationship Id="rId41" Type="http://schemas.openxmlformats.org/officeDocument/2006/relationships/image" Target="../media/image88.png"/><Relationship Id="rId42" Type="http://schemas.openxmlformats.org/officeDocument/2006/relationships/image" Target="../media/image89.png"/><Relationship Id="rId43" Type="http://schemas.openxmlformats.org/officeDocument/2006/relationships/image" Target="../media/image90.png"/><Relationship Id="rId44" Type="http://schemas.openxmlformats.org/officeDocument/2006/relationships/image" Target="../media/image91.png"/><Relationship Id="rId45" Type="http://schemas.openxmlformats.org/officeDocument/2006/relationships/image" Target="../media/image92.png"/><Relationship Id="rId46" Type="http://schemas.openxmlformats.org/officeDocument/2006/relationships/image" Target="../media/image93.png"/><Relationship Id="rId47" Type="http://schemas.openxmlformats.org/officeDocument/2006/relationships/image" Target="../media/image94.png"/><Relationship Id="rId48" Type="http://schemas.openxmlformats.org/officeDocument/2006/relationships/image" Target="../media/image95.png"/><Relationship Id="rId49" Type="http://schemas.openxmlformats.org/officeDocument/2006/relationships/image" Target="../media/image96.png"/><Relationship Id="rId50" Type="http://schemas.openxmlformats.org/officeDocument/2006/relationships/image" Target="../media/image97.png"/><Relationship Id="rId51" Type="http://schemas.openxmlformats.org/officeDocument/2006/relationships/image" Target="../media/image98.png"/><Relationship Id="rId52" Type="http://schemas.openxmlformats.org/officeDocument/2006/relationships/image" Target="../media/image99.png"/><Relationship Id="rId53" Type="http://schemas.openxmlformats.org/officeDocument/2006/relationships/image" Target="../media/image100.png"/><Relationship Id="rId54" Type="http://schemas.openxmlformats.org/officeDocument/2006/relationships/image" Target="../media/image101.png"/><Relationship Id="rId55" Type="http://schemas.openxmlformats.org/officeDocument/2006/relationships/image" Target="../media/image102.png"/><Relationship Id="rId56" Type="http://schemas.openxmlformats.org/officeDocument/2006/relationships/image" Target="../media/image103.png"/><Relationship Id="rId57" Type="http://schemas.openxmlformats.org/officeDocument/2006/relationships/image" Target="../media/image104.png"/><Relationship Id="rId58" Type="http://schemas.openxmlformats.org/officeDocument/2006/relationships/image" Target="../media/image105.png"/><Relationship Id="rId59" Type="http://schemas.openxmlformats.org/officeDocument/2006/relationships/image" Target="../media/image106.png"/><Relationship Id="rId60" Type="http://schemas.openxmlformats.org/officeDocument/2006/relationships/image" Target="../media/image107.png"/><Relationship Id="rId61" Type="http://schemas.openxmlformats.org/officeDocument/2006/relationships/image" Target="../media/image108.png"/><Relationship Id="rId62" Type="http://schemas.openxmlformats.org/officeDocument/2006/relationships/image" Target="../media/image109.png"/><Relationship Id="rId63" Type="http://schemas.openxmlformats.org/officeDocument/2006/relationships/image" Target="../media/image110.png"/><Relationship Id="rId64" Type="http://schemas.openxmlformats.org/officeDocument/2006/relationships/image" Target="../media/image111.png"/><Relationship Id="rId65" Type="http://schemas.openxmlformats.org/officeDocument/2006/relationships/image" Target="../media/image112.png"/><Relationship Id="rId66" Type="http://schemas.openxmlformats.org/officeDocument/2006/relationships/image" Target="../media/image113.png"/><Relationship Id="rId67" Type="http://schemas.openxmlformats.org/officeDocument/2006/relationships/image" Target="../media/image114.png"/><Relationship Id="rId68" Type="http://schemas.openxmlformats.org/officeDocument/2006/relationships/image" Target="../media/image115.png"/><Relationship Id="rId69" Type="http://schemas.openxmlformats.org/officeDocument/2006/relationships/image" Target="../media/image116.png"/><Relationship Id="rId70" Type="http://schemas.openxmlformats.org/officeDocument/2006/relationships/image" Target="../media/image117.png"/><Relationship Id="rId71" Type="http://schemas.openxmlformats.org/officeDocument/2006/relationships/image" Target="../media/image118.png"/><Relationship Id="rId72" Type="http://schemas.openxmlformats.org/officeDocument/2006/relationships/image" Target="../media/image119.png"/><Relationship Id="rId73" Type="http://schemas.openxmlformats.org/officeDocument/2006/relationships/image" Target="../media/image120.png"/><Relationship Id="rId74" Type="http://schemas.openxmlformats.org/officeDocument/2006/relationships/image" Target="../media/image121.png"/><Relationship Id="rId75" Type="http://schemas.openxmlformats.org/officeDocument/2006/relationships/image" Target="../media/image122.png"/><Relationship Id="rId76" Type="http://schemas.openxmlformats.org/officeDocument/2006/relationships/image" Target="../media/image123.png"/><Relationship Id="rId77" Type="http://schemas.openxmlformats.org/officeDocument/2006/relationships/image" Target="../media/image124.png"/><Relationship Id="rId78" Type="http://schemas.openxmlformats.org/officeDocument/2006/relationships/image" Target="../media/image125.png"/><Relationship Id="rId79" Type="http://schemas.openxmlformats.org/officeDocument/2006/relationships/image" Target="../media/image126.png"/><Relationship Id="rId80" Type="http://schemas.openxmlformats.org/officeDocument/2006/relationships/image" Target="../media/image127.png"/><Relationship Id="rId81" Type="http://schemas.openxmlformats.org/officeDocument/2006/relationships/image" Target="../media/image128.png"/><Relationship Id="rId82" Type="http://schemas.openxmlformats.org/officeDocument/2006/relationships/image" Target="../media/image129.png"/><Relationship Id="rId83" Type="http://schemas.openxmlformats.org/officeDocument/2006/relationships/image" Target="../media/image130.png"/><Relationship Id="rId84" Type="http://schemas.openxmlformats.org/officeDocument/2006/relationships/image" Target="../media/image39.png"/><Relationship Id="rId85" Type="http://schemas.openxmlformats.org/officeDocument/2006/relationships/image" Target="../media/image40.png"/><Relationship Id="rId86" Type="http://schemas.openxmlformats.org/officeDocument/2006/relationships/image" Target="../media/image41.png"/><Relationship Id="rId87" Type="http://schemas.openxmlformats.org/officeDocument/2006/relationships/image" Target="../media/image42.png"/><Relationship Id="rId88" Type="http://schemas.openxmlformats.org/officeDocument/2006/relationships/image" Target="../media/image43.png"/><Relationship Id="rId89" Type="http://schemas.openxmlformats.org/officeDocument/2006/relationships/image" Target="../media/image44.png"/><Relationship Id="rId90" Type="http://schemas.openxmlformats.org/officeDocument/2006/relationships/image" Target="../media/image45.png"/><Relationship Id="rId91" Type="http://schemas.openxmlformats.org/officeDocument/2006/relationships/image" Target="../media/image46.png"/><Relationship Id="rId92" Type="http://schemas.openxmlformats.org/officeDocument/2006/relationships/image" Target="../media/image47.png"/><Relationship Id="rId93" Type="http://schemas.openxmlformats.org/officeDocument/2006/relationships/image" Target="../media/image48.png"/><Relationship Id="rId94" Type="http://schemas.openxmlformats.org/officeDocument/2006/relationships/image" Target="../media/image49.png"/><Relationship Id="rId95" Type="http://schemas.openxmlformats.org/officeDocument/2006/relationships/image" Target="../media/image50.png"/><Relationship Id="rId96" Type="http://schemas.openxmlformats.org/officeDocument/2006/relationships/image" Target="../media/image51.png"/><Relationship Id="rId97" Type="http://schemas.openxmlformats.org/officeDocument/2006/relationships/image" Target="../media/image52.png"/><Relationship Id="rId98" Type="http://schemas.openxmlformats.org/officeDocument/2006/relationships/image" Target="../media/image53.png"/><Relationship Id="rId99" Type="http://schemas.openxmlformats.org/officeDocument/2006/relationships/image" Target="../media/image54.png"/><Relationship Id="rId100" Type="http://schemas.openxmlformats.org/officeDocument/2006/relationships/image" Target="../media/image55.png"/><Relationship Id="rId101" Type="http://schemas.openxmlformats.org/officeDocument/2006/relationships/image" Target="../media/image56.png"/><Relationship Id="rId102" Type="http://schemas.openxmlformats.org/officeDocument/2006/relationships/image" Target="../media/image57.png"/><Relationship Id="rId103" Type="http://schemas.openxmlformats.org/officeDocument/2006/relationships/image" Target="../media/image58.png"/><Relationship Id="rId104" Type="http://schemas.openxmlformats.org/officeDocument/2006/relationships/image" Target="../media/image59.png"/><Relationship Id="rId105" Type="http://schemas.openxmlformats.org/officeDocument/2006/relationships/image" Target="../media/image60.png"/><Relationship Id="rId106" Type="http://schemas.openxmlformats.org/officeDocument/2006/relationships/image" Target="../media/image61.png"/><Relationship Id="rId107" Type="http://schemas.openxmlformats.org/officeDocument/2006/relationships/image" Target="../media/image62.png"/><Relationship Id="rId108" Type="http://schemas.openxmlformats.org/officeDocument/2006/relationships/image" Target="../media/image63.png"/><Relationship Id="rId109" Type="http://schemas.openxmlformats.org/officeDocument/2006/relationships/image" Target="../media/image64.png"/><Relationship Id="rId110" Type="http://schemas.openxmlformats.org/officeDocument/2006/relationships/image" Target="../media/image65.png"/><Relationship Id="rId111" Type="http://schemas.openxmlformats.org/officeDocument/2006/relationships/image" Target="../media/image66.png"/><Relationship Id="rId112" Type="http://schemas.openxmlformats.org/officeDocument/2006/relationships/image" Target="../media/image67.png"/><Relationship Id="rId113" Type="http://schemas.openxmlformats.org/officeDocument/2006/relationships/image" Target="../media/image68.png"/><Relationship Id="rId114" Type="http://schemas.openxmlformats.org/officeDocument/2006/relationships/image" Target="../media/image6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5.png"/><Relationship Id="rId3" Type="http://schemas.openxmlformats.org/officeDocument/2006/relationships/image" Target="../media/image71.png"/><Relationship Id="rId4" Type="http://schemas.openxmlformats.org/officeDocument/2006/relationships/image" Target="../media/image133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Relationship Id="rId27" Type="http://schemas.openxmlformats.org/officeDocument/2006/relationships/image" Target="../media/image25.png"/><Relationship Id="rId28" Type="http://schemas.openxmlformats.org/officeDocument/2006/relationships/image" Target="../media/image26.png"/><Relationship Id="rId29" Type="http://schemas.openxmlformats.org/officeDocument/2006/relationships/image" Target="../media/image27.png"/><Relationship Id="rId30" Type="http://schemas.openxmlformats.org/officeDocument/2006/relationships/image" Target="../media/image28.png"/><Relationship Id="rId31" Type="http://schemas.openxmlformats.org/officeDocument/2006/relationships/image" Target="../media/image29.png"/><Relationship Id="rId32" Type="http://schemas.openxmlformats.org/officeDocument/2006/relationships/image" Target="../media/image30.png"/><Relationship Id="rId33" Type="http://schemas.openxmlformats.org/officeDocument/2006/relationships/image" Target="../media/image31.png"/><Relationship Id="rId34" Type="http://schemas.openxmlformats.org/officeDocument/2006/relationships/image" Target="../media/image32.png"/><Relationship Id="rId35" Type="http://schemas.openxmlformats.org/officeDocument/2006/relationships/image" Target="../media/image33.png"/><Relationship Id="rId36" Type="http://schemas.openxmlformats.org/officeDocument/2006/relationships/image" Target="../media/image34.png"/><Relationship Id="rId37" Type="http://schemas.openxmlformats.org/officeDocument/2006/relationships/image" Target="../media/image35.png"/><Relationship Id="rId38" Type="http://schemas.openxmlformats.org/officeDocument/2006/relationships/image" Target="../media/image36.png"/><Relationship Id="rId39" Type="http://schemas.openxmlformats.org/officeDocument/2006/relationships/image" Target="../media/image37.png"/><Relationship Id="rId40" Type="http://schemas.openxmlformats.org/officeDocument/2006/relationships/image" Target="../media/image38.png"/><Relationship Id="rId41" Type="http://schemas.openxmlformats.org/officeDocument/2006/relationships/image" Target="../media/image88.png"/><Relationship Id="rId42" Type="http://schemas.openxmlformats.org/officeDocument/2006/relationships/image" Target="../media/image89.png"/><Relationship Id="rId43" Type="http://schemas.openxmlformats.org/officeDocument/2006/relationships/image" Target="../media/image90.png"/><Relationship Id="rId44" Type="http://schemas.openxmlformats.org/officeDocument/2006/relationships/image" Target="../media/image91.png"/><Relationship Id="rId45" Type="http://schemas.openxmlformats.org/officeDocument/2006/relationships/image" Target="../media/image92.png"/><Relationship Id="rId46" Type="http://schemas.openxmlformats.org/officeDocument/2006/relationships/image" Target="../media/image93.png"/><Relationship Id="rId47" Type="http://schemas.openxmlformats.org/officeDocument/2006/relationships/image" Target="../media/image94.png"/><Relationship Id="rId48" Type="http://schemas.openxmlformats.org/officeDocument/2006/relationships/image" Target="../media/image95.png"/><Relationship Id="rId49" Type="http://schemas.openxmlformats.org/officeDocument/2006/relationships/image" Target="../media/image96.png"/><Relationship Id="rId50" Type="http://schemas.openxmlformats.org/officeDocument/2006/relationships/image" Target="../media/image97.png"/><Relationship Id="rId51" Type="http://schemas.openxmlformats.org/officeDocument/2006/relationships/image" Target="../media/image98.png"/><Relationship Id="rId52" Type="http://schemas.openxmlformats.org/officeDocument/2006/relationships/image" Target="../media/image99.png"/><Relationship Id="rId53" Type="http://schemas.openxmlformats.org/officeDocument/2006/relationships/image" Target="../media/image100.png"/><Relationship Id="rId54" Type="http://schemas.openxmlformats.org/officeDocument/2006/relationships/image" Target="../media/image101.png"/><Relationship Id="rId55" Type="http://schemas.openxmlformats.org/officeDocument/2006/relationships/image" Target="../media/image102.png"/><Relationship Id="rId56" Type="http://schemas.openxmlformats.org/officeDocument/2006/relationships/image" Target="../media/image103.png"/><Relationship Id="rId57" Type="http://schemas.openxmlformats.org/officeDocument/2006/relationships/image" Target="../media/image104.png"/><Relationship Id="rId58" Type="http://schemas.openxmlformats.org/officeDocument/2006/relationships/image" Target="../media/image105.png"/><Relationship Id="rId59" Type="http://schemas.openxmlformats.org/officeDocument/2006/relationships/image" Target="../media/image106.png"/><Relationship Id="rId60" Type="http://schemas.openxmlformats.org/officeDocument/2006/relationships/image" Target="../media/image107.png"/><Relationship Id="rId61" Type="http://schemas.openxmlformats.org/officeDocument/2006/relationships/image" Target="../media/image108.png"/><Relationship Id="rId62" Type="http://schemas.openxmlformats.org/officeDocument/2006/relationships/image" Target="../media/image109.png"/><Relationship Id="rId63" Type="http://schemas.openxmlformats.org/officeDocument/2006/relationships/image" Target="../media/image110.png"/><Relationship Id="rId64" Type="http://schemas.openxmlformats.org/officeDocument/2006/relationships/image" Target="../media/image111.png"/><Relationship Id="rId65" Type="http://schemas.openxmlformats.org/officeDocument/2006/relationships/image" Target="../media/image112.png"/><Relationship Id="rId66" Type="http://schemas.openxmlformats.org/officeDocument/2006/relationships/image" Target="../media/image113.png"/><Relationship Id="rId67" Type="http://schemas.openxmlformats.org/officeDocument/2006/relationships/image" Target="../media/image114.png"/><Relationship Id="rId68" Type="http://schemas.openxmlformats.org/officeDocument/2006/relationships/image" Target="../media/image115.png"/><Relationship Id="rId69" Type="http://schemas.openxmlformats.org/officeDocument/2006/relationships/image" Target="../media/image116.png"/><Relationship Id="rId70" Type="http://schemas.openxmlformats.org/officeDocument/2006/relationships/image" Target="../media/image117.png"/><Relationship Id="rId71" Type="http://schemas.openxmlformats.org/officeDocument/2006/relationships/image" Target="../media/image118.png"/><Relationship Id="rId72" Type="http://schemas.openxmlformats.org/officeDocument/2006/relationships/image" Target="../media/image119.png"/><Relationship Id="rId73" Type="http://schemas.openxmlformats.org/officeDocument/2006/relationships/image" Target="../media/image120.png"/><Relationship Id="rId74" Type="http://schemas.openxmlformats.org/officeDocument/2006/relationships/image" Target="../media/image121.png"/><Relationship Id="rId75" Type="http://schemas.openxmlformats.org/officeDocument/2006/relationships/image" Target="../media/image122.png"/><Relationship Id="rId76" Type="http://schemas.openxmlformats.org/officeDocument/2006/relationships/image" Target="../media/image123.png"/><Relationship Id="rId77" Type="http://schemas.openxmlformats.org/officeDocument/2006/relationships/image" Target="../media/image124.png"/><Relationship Id="rId78" Type="http://schemas.openxmlformats.org/officeDocument/2006/relationships/image" Target="../media/image125.png"/><Relationship Id="rId79" Type="http://schemas.openxmlformats.org/officeDocument/2006/relationships/image" Target="../media/image126.png"/><Relationship Id="rId80" Type="http://schemas.openxmlformats.org/officeDocument/2006/relationships/image" Target="../media/image127.png"/><Relationship Id="rId81" Type="http://schemas.openxmlformats.org/officeDocument/2006/relationships/image" Target="../media/image128.png"/><Relationship Id="rId82" Type="http://schemas.openxmlformats.org/officeDocument/2006/relationships/image" Target="../media/image129.png"/><Relationship Id="rId83" Type="http://schemas.openxmlformats.org/officeDocument/2006/relationships/image" Target="../media/image130.png"/><Relationship Id="rId84" Type="http://schemas.openxmlformats.org/officeDocument/2006/relationships/image" Target="../media/image39.png"/><Relationship Id="rId85" Type="http://schemas.openxmlformats.org/officeDocument/2006/relationships/image" Target="../media/image40.png"/><Relationship Id="rId86" Type="http://schemas.openxmlformats.org/officeDocument/2006/relationships/image" Target="../media/image41.png"/><Relationship Id="rId87" Type="http://schemas.openxmlformats.org/officeDocument/2006/relationships/image" Target="../media/image42.png"/><Relationship Id="rId88" Type="http://schemas.openxmlformats.org/officeDocument/2006/relationships/image" Target="../media/image43.png"/><Relationship Id="rId89" Type="http://schemas.openxmlformats.org/officeDocument/2006/relationships/image" Target="../media/image44.png"/><Relationship Id="rId90" Type="http://schemas.openxmlformats.org/officeDocument/2006/relationships/image" Target="../media/image45.png"/><Relationship Id="rId91" Type="http://schemas.openxmlformats.org/officeDocument/2006/relationships/image" Target="../media/image46.png"/><Relationship Id="rId92" Type="http://schemas.openxmlformats.org/officeDocument/2006/relationships/image" Target="../media/image47.png"/><Relationship Id="rId93" Type="http://schemas.openxmlformats.org/officeDocument/2006/relationships/image" Target="../media/image48.png"/><Relationship Id="rId94" Type="http://schemas.openxmlformats.org/officeDocument/2006/relationships/image" Target="../media/image49.png"/><Relationship Id="rId95" Type="http://schemas.openxmlformats.org/officeDocument/2006/relationships/image" Target="../media/image50.png"/><Relationship Id="rId96" Type="http://schemas.openxmlformats.org/officeDocument/2006/relationships/image" Target="../media/image51.png"/><Relationship Id="rId97" Type="http://schemas.openxmlformats.org/officeDocument/2006/relationships/image" Target="../media/image52.png"/><Relationship Id="rId98" Type="http://schemas.openxmlformats.org/officeDocument/2006/relationships/image" Target="../media/image53.png"/><Relationship Id="rId99" Type="http://schemas.openxmlformats.org/officeDocument/2006/relationships/image" Target="../media/image54.png"/><Relationship Id="rId100" Type="http://schemas.openxmlformats.org/officeDocument/2006/relationships/image" Target="../media/image55.png"/><Relationship Id="rId101" Type="http://schemas.openxmlformats.org/officeDocument/2006/relationships/image" Target="../media/image56.png"/><Relationship Id="rId102" Type="http://schemas.openxmlformats.org/officeDocument/2006/relationships/image" Target="../media/image57.png"/><Relationship Id="rId103" Type="http://schemas.openxmlformats.org/officeDocument/2006/relationships/image" Target="../media/image58.png"/><Relationship Id="rId104" Type="http://schemas.openxmlformats.org/officeDocument/2006/relationships/image" Target="../media/image59.png"/><Relationship Id="rId105" Type="http://schemas.openxmlformats.org/officeDocument/2006/relationships/image" Target="../media/image60.png"/><Relationship Id="rId106" Type="http://schemas.openxmlformats.org/officeDocument/2006/relationships/image" Target="../media/image61.png"/><Relationship Id="rId107" Type="http://schemas.openxmlformats.org/officeDocument/2006/relationships/image" Target="../media/image62.png"/><Relationship Id="rId108" Type="http://schemas.openxmlformats.org/officeDocument/2006/relationships/image" Target="../media/image63.png"/><Relationship Id="rId109" Type="http://schemas.openxmlformats.org/officeDocument/2006/relationships/image" Target="../media/image64.png"/><Relationship Id="rId110" Type="http://schemas.openxmlformats.org/officeDocument/2006/relationships/image" Target="../media/image65.png"/><Relationship Id="rId111" Type="http://schemas.openxmlformats.org/officeDocument/2006/relationships/image" Target="../media/image66.png"/><Relationship Id="rId112" Type="http://schemas.openxmlformats.org/officeDocument/2006/relationships/image" Target="../media/image67.png"/><Relationship Id="rId113" Type="http://schemas.openxmlformats.org/officeDocument/2006/relationships/image" Target="../media/image68.png"/><Relationship Id="rId114" Type="http://schemas.openxmlformats.org/officeDocument/2006/relationships/image" Target="../media/image6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6.png"/><Relationship Id="rId3" Type="http://schemas.openxmlformats.org/officeDocument/2006/relationships/image" Target="../media/image71.png"/><Relationship Id="rId4" Type="http://schemas.openxmlformats.org/officeDocument/2006/relationships/image" Target="../media/image133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Relationship Id="rId27" Type="http://schemas.openxmlformats.org/officeDocument/2006/relationships/image" Target="../media/image25.png"/><Relationship Id="rId28" Type="http://schemas.openxmlformats.org/officeDocument/2006/relationships/image" Target="../media/image26.png"/><Relationship Id="rId29" Type="http://schemas.openxmlformats.org/officeDocument/2006/relationships/image" Target="../media/image27.png"/><Relationship Id="rId30" Type="http://schemas.openxmlformats.org/officeDocument/2006/relationships/image" Target="../media/image28.png"/><Relationship Id="rId31" Type="http://schemas.openxmlformats.org/officeDocument/2006/relationships/image" Target="../media/image29.png"/><Relationship Id="rId32" Type="http://schemas.openxmlformats.org/officeDocument/2006/relationships/image" Target="../media/image30.png"/><Relationship Id="rId33" Type="http://schemas.openxmlformats.org/officeDocument/2006/relationships/image" Target="../media/image31.png"/><Relationship Id="rId34" Type="http://schemas.openxmlformats.org/officeDocument/2006/relationships/image" Target="../media/image32.png"/><Relationship Id="rId35" Type="http://schemas.openxmlformats.org/officeDocument/2006/relationships/image" Target="../media/image33.png"/><Relationship Id="rId36" Type="http://schemas.openxmlformats.org/officeDocument/2006/relationships/image" Target="../media/image34.png"/><Relationship Id="rId37" Type="http://schemas.openxmlformats.org/officeDocument/2006/relationships/image" Target="../media/image35.png"/><Relationship Id="rId38" Type="http://schemas.openxmlformats.org/officeDocument/2006/relationships/image" Target="../media/image36.png"/><Relationship Id="rId39" Type="http://schemas.openxmlformats.org/officeDocument/2006/relationships/image" Target="../media/image37.png"/><Relationship Id="rId40" Type="http://schemas.openxmlformats.org/officeDocument/2006/relationships/image" Target="../media/image38.png"/><Relationship Id="rId41" Type="http://schemas.openxmlformats.org/officeDocument/2006/relationships/image" Target="../media/image88.png"/><Relationship Id="rId42" Type="http://schemas.openxmlformats.org/officeDocument/2006/relationships/image" Target="../media/image89.png"/><Relationship Id="rId43" Type="http://schemas.openxmlformats.org/officeDocument/2006/relationships/image" Target="../media/image90.png"/><Relationship Id="rId44" Type="http://schemas.openxmlformats.org/officeDocument/2006/relationships/image" Target="../media/image91.png"/><Relationship Id="rId45" Type="http://schemas.openxmlformats.org/officeDocument/2006/relationships/image" Target="../media/image92.png"/><Relationship Id="rId46" Type="http://schemas.openxmlformats.org/officeDocument/2006/relationships/image" Target="../media/image93.png"/><Relationship Id="rId47" Type="http://schemas.openxmlformats.org/officeDocument/2006/relationships/image" Target="../media/image94.png"/><Relationship Id="rId48" Type="http://schemas.openxmlformats.org/officeDocument/2006/relationships/image" Target="../media/image95.png"/><Relationship Id="rId49" Type="http://schemas.openxmlformats.org/officeDocument/2006/relationships/image" Target="../media/image96.png"/><Relationship Id="rId50" Type="http://schemas.openxmlformats.org/officeDocument/2006/relationships/image" Target="../media/image97.png"/><Relationship Id="rId51" Type="http://schemas.openxmlformats.org/officeDocument/2006/relationships/image" Target="../media/image98.png"/><Relationship Id="rId52" Type="http://schemas.openxmlformats.org/officeDocument/2006/relationships/image" Target="../media/image99.png"/><Relationship Id="rId53" Type="http://schemas.openxmlformats.org/officeDocument/2006/relationships/image" Target="../media/image100.png"/><Relationship Id="rId54" Type="http://schemas.openxmlformats.org/officeDocument/2006/relationships/image" Target="../media/image101.png"/><Relationship Id="rId55" Type="http://schemas.openxmlformats.org/officeDocument/2006/relationships/image" Target="../media/image102.png"/><Relationship Id="rId56" Type="http://schemas.openxmlformats.org/officeDocument/2006/relationships/image" Target="../media/image103.png"/><Relationship Id="rId57" Type="http://schemas.openxmlformats.org/officeDocument/2006/relationships/image" Target="../media/image104.png"/><Relationship Id="rId58" Type="http://schemas.openxmlformats.org/officeDocument/2006/relationships/image" Target="../media/image105.png"/><Relationship Id="rId59" Type="http://schemas.openxmlformats.org/officeDocument/2006/relationships/image" Target="../media/image106.png"/><Relationship Id="rId60" Type="http://schemas.openxmlformats.org/officeDocument/2006/relationships/image" Target="../media/image107.png"/><Relationship Id="rId61" Type="http://schemas.openxmlformats.org/officeDocument/2006/relationships/image" Target="../media/image108.png"/><Relationship Id="rId62" Type="http://schemas.openxmlformats.org/officeDocument/2006/relationships/image" Target="../media/image109.png"/><Relationship Id="rId63" Type="http://schemas.openxmlformats.org/officeDocument/2006/relationships/image" Target="../media/image110.png"/><Relationship Id="rId64" Type="http://schemas.openxmlformats.org/officeDocument/2006/relationships/image" Target="../media/image111.png"/><Relationship Id="rId65" Type="http://schemas.openxmlformats.org/officeDocument/2006/relationships/image" Target="../media/image112.png"/><Relationship Id="rId66" Type="http://schemas.openxmlformats.org/officeDocument/2006/relationships/image" Target="../media/image113.png"/><Relationship Id="rId67" Type="http://schemas.openxmlformats.org/officeDocument/2006/relationships/image" Target="../media/image114.png"/><Relationship Id="rId68" Type="http://schemas.openxmlformats.org/officeDocument/2006/relationships/image" Target="../media/image115.png"/><Relationship Id="rId69" Type="http://schemas.openxmlformats.org/officeDocument/2006/relationships/image" Target="../media/image116.png"/><Relationship Id="rId70" Type="http://schemas.openxmlformats.org/officeDocument/2006/relationships/image" Target="../media/image117.png"/><Relationship Id="rId71" Type="http://schemas.openxmlformats.org/officeDocument/2006/relationships/image" Target="../media/image118.png"/><Relationship Id="rId72" Type="http://schemas.openxmlformats.org/officeDocument/2006/relationships/image" Target="../media/image119.png"/><Relationship Id="rId73" Type="http://schemas.openxmlformats.org/officeDocument/2006/relationships/image" Target="../media/image120.png"/><Relationship Id="rId74" Type="http://schemas.openxmlformats.org/officeDocument/2006/relationships/image" Target="../media/image121.png"/><Relationship Id="rId75" Type="http://schemas.openxmlformats.org/officeDocument/2006/relationships/image" Target="../media/image122.png"/><Relationship Id="rId76" Type="http://schemas.openxmlformats.org/officeDocument/2006/relationships/image" Target="../media/image123.png"/><Relationship Id="rId77" Type="http://schemas.openxmlformats.org/officeDocument/2006/relationships/image" Target="../media/image124.png"/><Relationship Id="rId78" Type="http://schemas.openxmlformats.org/officeDocument/2006/relationships/image" Target="../media/image125.png"/><Relationship Id="rId79" Type="http://schemas.openxmlformats.org/officeDocument/2006/relationships/image" Target="../media/image126.png"/><Relationship Id="rId80" Type="http://schemas.openxmlformats.org/officeDocument/2006/relationships/image" Target="../media/image127.png"/><Relationship Id="rId81" Type="http://schemas.openxmlformats.org/officeDocument/2006/relationships/image" Target="../media/image128.png"/><Relationship Id="rId82" Type="http://schemas.openxmlformats.org/officeDocument/2006/relationships/image" Target="../media/image129.png"/><Relationship Id="rId83" Type="http://schemas.openxmlformats.org/officeDocument/2006/relationships/image" Target="../media/image130.png"/><Relationship Id="rId84" Type="http://schemas.openxmlformats.org/officeDocument/2006/relationships/image" Target="../media/image39.png"/><Relationship Id="rId85" Type="http://schemas.openxmlformats.org/officeDocument/2006/relationships/image" Target="../media/image40.png"/><Relationship Id="rId86" Type="http://schemas.openxmlformats.org/officeDocument/2006/relationships/image" Target="../media/image41.png"/><Relationship Id="rId87" Type="http://schemas.openxmlformats.org/officeDocument/2006/relationships/image" Target="../media/image42.png"/><Relationship Id="rId88" Type="http://schemas.openxmlformats.org/officeDocument/2006/relationships/image" Target="../media/image43.png"/><Relationship Id="rId89" Type="http://schemas.openxmlformats.org/officeDocument/2006/relationships/image" Target="../media/image44.png"/><Relationship Id="rId90" Type="http://schemas.openxmlformats.org/officeDocument/2006/relationships/image" Target="../media/image45.png"/><Relationship Id="rId91" Type="http://schemas.openxmlformats.org/officeDocument/2006/relationships/image" Target="../media/image46.png"/><Relationship Id="rId92" Type="http://schemas.openxmlformats.org/officeDocument/2006/relationships/image" Target="../media/image47.png"/><Relationship Id="rId93" Type="http://schemas.openxmlformats.org/officeDocument/2006/relationships/image" Target="../media/image48.png"/><Relationship Id="rId94" Type="http://schemas.openxmlformats.org/officeDocument/2006/relationships/image" Target="../media/image49.png"/><Relationship Id="rId95" Type="http://schemas.openxmlformats.org/officeDocument/2006/relationships/image" Target="../media/image50.png"/><Relationship Id="rId96" Type="http://schemas.openxmlformats.org/officeDocument/2006/relationships/image" Target="../media/image51.png"/><Relationship Id="rId97" Type="http://schemas.openxmlformats.org/officeDocument/2006/relationships/image" Target="../media/image52.png"/><Relationship Id="rId98" Type="http://schemas.openxmlformats.org/officeDocument/2006/relationships/image" Target="../media/image53.png"/><Relationship Id="rId99" Type="http://schemas.openxmlformats.org/officeDocument/2006/relationships/image" Target="../media/image54.png"/><Relationship Id="rId100" Type="http://schemas.openxmlformats.org/officeDocument/2006/relationships/image" Target="../media/image55.png"/><Relationship Id="rId101" Type="http://schemas.openxmlformats.org/officeDocument/2006/relationships/image" Target="../media/image56.png"/><Relationship Id="rId102" Type="http://schemas.openxmlformats.org/officeDocument/2006/relationships/image" Target="../media/image57.png"/><Relationship Id="rId103" Type="http://schemas.openxmlformats.org/officeDocument/2006/relationships/image" Target="../media/image58.png"/><Relationship Id="rId104" Type="http://schemas.openxmlformats.org/officeDocument/2006/relationships/image" Target="../media/image59.png"/><Relationship Id="rId105" Type="http://schemas.openxmlformats.org/officeDocument/2006/relationships/image" Target="../media/image60.png"/><Relationship Id="rId106" Type="http://schemas.openxmlformats.org/officeDocument/2006/relationships/image" Target="../media/image61.png"/><Relationship Id="rId107" Type="http://schemas.openxmlformats.org/officeDocument/2006/relationships/image" Target="../media/image62.png"/><Relationship Id="rId108" Type="http://schemas.openxmlformats.org/officeDocument/2006/relationships/image" Target="../media/image63.png"/><Relationship Id="rId109" Type="http://schemas.openxmlformats.org/officeDocument/2006/relationships/image" Target="../media/image64.png"/><Relationship Id="rId110" Type="http://schemas.openxmlformats.org/officeDocument/2006/relationships/image" Target="../media/image65.png"/><Relationship Id="rId111" Type="http://schemas.openxmlformats.org/officeDocument/2006/relationships/image" Target="../media/image66.png"/><Relationship Id="rId112" Type="http://schemas.openxmlformats.org/officeDocument/2006/relationships/image" Target="../media/image67.png"/><Relationship Id="rId113" Type="http://schemas.openxmlformats.org/officeDocument/2006/relationships/image" Target="../media/image68.png"/><Relationship Id="rId114" Type="http://schemas.openxmlformats.org/officeDocument/2006/relationships/image" Target="../media/image6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7.png"/><Relationship Id="rId3" Type="http://schemas.openxmlformats.org/officeDocument/2006/relationships/image" Target="../media/image71.png"/><Relationship Id="rId4" Type="http://schemas.openxmlformats.org/officeDocument/2006/relationships/image" Target="../media/image133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Relationship Id="rId27" Type="http://schemas.openxmlformats.org/officeDocument/2006/relationships/image" Target="../media/image25.png"/><Relationship Id="rId28" Type="http://schemas.openxmlformats.org/officeDocument/2006/relationships/image" Target="../media/image26.png"/><Relationship Id="rId29" Type="http://schemas.openxmlformats.org/officeDocument/2006/relationships/image" Target="../media/image27.png"/><Relationship Id="rId30" Type="http://schemas.openxmlformats.org/officeDocument/2006/relationships/image" Target="../media/image28.png"/><Relationship Id="rId31" Type="http://schemas.openxmlformats.org/officeDocument/2006/relationships/image" Target="../media/image29.png"/><Relationship Id="rId32" Type="http://schemas.openxmlformats.org/officeDocument/2006/relationships/image" Target="../media/image30.png"/><Relationship Id="rId33" Type="http://schemas.openxmlformats.org/officeDocument/2006/relationships/image" Target="../media/image31.png"/><Relationship Id="rId34" Type="http://schemas.openxmlformats.org/officeDocument/2006/relationships/image" Target="../media/image32.png"/><Relationship Id="rId35" Type="http://schemas.openxmlformats.org/officeDocument/2006/relationships/image" Target="../media/image33.png"/><Relationship Id="rId36" Type="http://schemas.openxmlformats.org/officeDocument/2006/relationships/image" Target="../media/image34.png"/><Relationship Id="rId37" Type="http://schemas.openxmlformats.org/officeDocument/2006/relationships/image" Target="../media/image35.png"/><Relationship Id="rId38" Type="http://schemas.openxmlformats.org/officeDocument/2006/relationships/image" Target="../media/image36.png"/><Relationship Id="rId39" Type="http://schemas.openxmlformats.org/officeDocument/2006/relationships/image" Target="../media/image37.png"/><Relationship Id="rId40" Type="http://schemas.openxmlformats.org/officeDocument/2006/relationships/image" Target="../media/image38.png"/><Relationship Id="rId41" Type="http://schemas.openxmlformats.org/officeDocument/2006/relationships/image" Target="../media/image88.png"/><Relationship Id="rId42" Type="http://schemas.openxmlformats.org/officeDocument/2006/relationships/image" Target="../media/image89.png"/><Relationship Id="rId43" Type="http://schemas.openxmlformats.org/officeDocument/2006/relationships/image" Target="../media/image90.png"/><Relationship Id="rId44" Type="http://schemas.openxmlformats.org/officeDocument/2006/relationships/image" Target="../media/image91.png"/><Relationship Id="rId45" Type="http://schemas.openxmlformats.org/officeDocument/2006/relationships/image" Target="../media/image92.png"/><Relationship Id="rId46" Type="http://schemas.openxmlformats.org/officeDocument/2006/relationships/image" Target="../media/image93.png"/><Relationship Id="rId47" Type="http://schemas.openxmlformats.org/officeDocument/2006/relationships/image" Target="../media/image94.png"/><Relationship Id="rId48" Type="http://schemas.openxmlformats.org/officeDocument/2006/relationships/image" Target="../media/image95.png"/><Relationship Id="rId49" Type="http://schemas.openxmlformats.org/officeDocument/2006/relationships/image" Target="../media/image96.png"/><Relationship Id="rId50" Type="http://schemas.openxmlformats.org/officeDocument/2006/relationships/image" Target="../media/image97.png"/><Relationship Id="rId51" Type="http://schemas.openxmlformats.org/officeDocument/2006/relationships/image" Target="../media/image98.png"/><Relationship Id="rId52" Type="http://schemas.openxmlformats.org/officeDocument/2006/relationships/image" Target="../media/image99.png"/><Relationship Id="rId53" Type="http://schemas.openxmlformats.org/officeDocument/2006/relationships/image" Target="../media/image100.png"/><Relationship Id="rId54" Type="http://schemas.openxmlformats.org/officeDocument/2006/relationships/image" Target="../media/image101.png"/><Relationship Id="rId55" Type="http://schemas.openxmlformats.org/officeDocument/2006/relationships/image" Target="../media/image102.png"/><Relationship Id="rId56" Type="http://schemas.openxmlformats.org/officeDocument/2006/relationships/image" Target="../media/image103.png"/><Relationship Id="rId57" Type="http://schemas.openxmlformats.org/officeDocument/2006/relationships/image" Target="../media/image104.png"/><Relationship Id="rId58" Type="http://schemas.openxmlformats.org/officeDocument/2006/relationships/image" Target="../media/image105.png"/><Relationship Id="rId59" Type="http://schemas.openxmlformats.org/officeDocument/2006/relationships/image" Target="../media/image106.png"/><Relationship Id="rId60" Type="http://schemas.openxmlformats.org/officeDocument/2006/relationships/image" Target="../media/image107.png"/><Relationship Id="rId61" Type="http://schemas.openxmlformats.org/officeDocument/2006/relationships/image" Target="../media/image108.png"/><Relationship Id="rId62" Type="http://schemas.openxmlformats.org/officeDocument/2006/relationships/image" Target="../media/image109.png"/><Relationship Id="rId63" Type="http://schemas.openxmlformats.org/officeDocument/2006/relationships/image" Target="../media/image110.png"/><Relationship Id="rId64" Type="http://schemas.openxmlformats.org/officeDocument/2006/relationships/image" Target="../media/image111.png"/><Relationship Id="rId65" Type="http://schemas.openxmlformats.org/officeDocument/2006/relationships/image" Target="../media/image112.png"/><Relationship Id="rId66" Type="http://schemas.openxmlformats.org/officeDocument/2006/relationships/image" Target="../media/image113.png"/><Relationship Id="rId67" Type="http://schemas.openxmlformats.org/officeDocument/2006/relationships/image" Target="../media/image114.png"/><Relationship Id="rId68" Type="http://schemas.openxmlformats.org/officeDocument/2006/relationships/image" Target="../media/image115.png"/><Relationship Id="rId69" Type="http://schemas.openxmlformats.org/officeDocument/2006/relationships/image" Target="../media/image116.png"/><Relationship Id="rId70" Type="http://schemas.openxmlformats.org/officeDocument/2006/relationships/image" Target="../media/image117.png"/><Relationship Id="rId71" Type="http://schemas.openxmlformats.org/officeDocument/2006/relationships/image" Target="../media/image118.png"/><Relationship Id="rId72" Type="http://schemas.openxmlformats.org/officeDocument/2006/relationships/image" Target="../media/image119.png"/><Relationship Id="rId73" Type="http://schemas.openxmlformats.org/officeDocument/2006/relationships/image" Target="../media/image120.png"/><Relationship Id="rId74" Type="http://schemas.openxmlformats.org/officeDocument/2006/relationships/image" Target="../media/image121.png"/><Relationship Id="rId75" Type="http://schemas.openxmlformats.org/officeDocument/2006/relationships/image" Target="../media/image122.png"/><Relationship Id="rId76" Type="http://schemas.openxmlformats.org/officeDocument/2006/relationships/image" Target="../media/image123.png"/><Relationship Id="rId77" Type="http://schemas.openxmlformats.org/officeDocument/2006/relationships/image" Target="../media/image124.png"/><Relationship Id="rId78" Type="http://schemas.openxmlformats.org/officeDocument/2006/relationships/image" Target="../media/image125.png"/><Relationship Id="rId79" Type="http://schemas.openxmlformats.org/officeDocument/2006/relationships/image" Target="../media/image126.png"/><Relationship Id="rId80" Type="http://schemas.openxmlformats.org/officeDocument/2006/relationships/image" Target="../media/image127.png"/><Relationship Id="rId81" Type="http://schemas.openxmlformats.org/officeDocument/2006/relationships/image" Target="../media/image128.png"/><Relationship Id="rId82" Type="http://schemas.openxmlformats.org/officeDocument/2006/relationships/image" Target="../media/image129.png"/><Relationship Id="rId83" Type="http://schemas.openxmlformats.org/officeDocument/2006/relationships/image" Target="../media/image130.png"/><Relationship Id="rId84" Type="http://schemas.openxmlformats.org/officeDocument/2006/relationships/image" Target="../media/image39.png"/><Relationship Id="rId85" Type="http://schemas.openxmlformats.org/officeDocument/2006/relationships/image" Target="../media/image40.png"/><Relationship Id="rId86" Type="http://schemas.openxmlformats.org/officeDocument/2006/relationships/image" Target="../media/image41.png"/><Relationship Id="rId87" Type="http://schemas.openxmlformats.org/officeDocument/2006/relationships/image" Target="../media/image42.png"/><Relationship Id="rId88" Type="http://schemas.openxmlformats.org/officeDocument/2006/relationships/image" Target="../media/image43.png"/><Relationship Id="rId89" Type="http://schemas.openxmlformats.org/officeDocument/2006/relationships/image" Target="../media/image44.png"/><Relationship Id="rId90" Type="http://schemas.openxmlformats.org/officeDocument/2006/relationships/image" Target="../media/image45.png"/><Relationship Id="rId91" Type="http://schemas.openxmlformats.org/officeDocument/2006/relationships/image" Target="../media/image46.png"/><Relationship Id="rId92" Type="http://schemas.openxmlformats.org/officeDocument/2006/relationships/image" Target="../media/image47.png"/><Relationship Id="rId93" Type="http://schemas.openxmlformats.org/officeDocument/2006/relationships/image" Target="../media/image48.png"/><Relationship Id="rId94" Type="http://schemas.openxmlformats.org/officeDocument/2006/relationships/image" Target="../media/image49.png"/><Relationship Id="rId95" Type="http://schemas.openxmlformats.org/officeDocument/2006/relationships/image" Target="../media/image50.png"/><Relationship Id="rId96" Type="http://schemas.openxmlformats.org/officeDocument/2006/relationships/image" Target="../media/image51.png"/><Relationship Id="rId97" Type="http://schemas.openxmlformats.org/officeDocument/2006/relationships/image" Target="../media/image52.png"/><Relationship Id="rId98" Type="http://schemas.openxmlformats.org/officeDocument/2006/relationships/image" Target="../media/image53.png"/><Relationship Id="rId99" Type="http://schemas.openxmlformats.org/officeDocument/2006/relationships/image" Target="../media/image54.png"/><Relationship Id="rId100" Type="http://schemas.openxmlformats.org/officeDocument/2006/relationships/image" Target="../media/image55.png"/><Relationship Id="rId101" Type="http://schemas.openxmlformats.org/officeDocument/2006/relationships/image" Target="../media/image56.png"/><Relationship Id="rId102" Type="http://schemas.openxmlformats.org/officeDocument/2006/relationships/image" Target="../media/image57.png"/><Relationship Id="rId103" Type="http://schemas.openxmlformats.org/officeDocument/2006/relationships/image" Target="../media/image58.png"/><Relationship Id="rId104" Type="http://schemas.openxmlformats.org/officeDocument/2006/relationships/image" Target="../media/image59.png"/><Relationship Id="rId105" Type="http://schemas.openxmlformats.org/officeDocument/2006/relationships/image" Target="../media/image60.png"/><Relationship Id="rId106" Type="http://schemas.openxmlformats.org/officeDocument/2006/relationships/image" Target="../media/image61.png"/><Relationship Id="rId107" Type="http://schemas.openxmlformats.org/officeDocument/2006/relationships/image" Target="../media/image62.png"/><Relationship Id="rId108" Type="http://schemas.openxmlformats.org/officeDocument/2006/relationships/image" Target="../media/image63.png"/><Relationship Id="rId109" Type="http://schemas.openxmlformats.org/officeDocument/2006/relationships/image" Target="../media/image64.png"/><Relationship Id="rId110" Type="http://schemas.openxmlformats.org/officeDocument/2006/relationships/image" Target="../media/image65.png"/><Relationship Id="rId111" Type="http://schemas.openxmlformats.org/officeDocument/2006/relationships/image" Target="../media/image66.png"/><Relationship Id="rId112" Type="http://schemas.openxmlformats.org/officeDocument/2006/relationships/image" Target="../media/image67.png"/><Relationship Id="rId113" Type="http://schemas.openxmlformats.org/officeDocument/2006/relationships/image" Target="../media/image68.png"/><Relationship Id="rId114" Type="http://schemas.openxmlformats.org/officeDocument/2006/relationships/image" Target="../media/image6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Relationship Id="rId8" Type="http://schemas.openxmlformats.org/officeDocument/2006/relationships/image" Target="../media/image142.png"/><Relationship Id="rId9" Type="http://schemas.openxmlformats.org/officeDocument/2006/relationships/image" Target="../media/image143.png"/><Relationship Id="rId10" Type="http://schemas.openxmlformats.org/officeDocument/2006/relationships/image" Target="../media/image144.png"/><Relationship Id="rId11" Type="http://schemas.openxmlformats.org/officeDocument/2006/relationships/image" Target="../media/image145.png"/><Relationship Id="rId12" Type="http://schemas.openxmlformats.org/officeDocument/2006/relationships/image" Target="../media/image146.png"/><Relationship Id="rId13" Type="http://schemas.openxmlformats.org/officeDocument/2006/relationships/image" Target="../media/image147.png"/><Relationship Id="rId14" Type="http://schemas.openxmlformats.org/officeDocument/2006/relationships/image" Target="../media/image72.png"/><Relationship Id="rId15" Type="http://schemas.openxmlformats.org/officeDocument/2006/relationships/image" Target="../media/image148.png"/><Relationship Id="rId16" Type="http://schemas.openxmlformats.org/officeDocument/2006/relationships/image" Target="../media/image74.png"/><Relationship Id="rId17" Type="http://schemas.openxmlformats.org/officeDocument/2006/relationships/image" Target="../media/image75.png"/><Relationship Id="rId18" Type="http://schemas.openxmlformats.org/officeDocument/2006/relationships/image" Target="../media/image76.png"/><Relationship Id="rId19" Type="http://schemas.openxmlformats.org/officeDocument/2006/relationships/image" Target="../media/image77.png"/><Relationship Id="rId20" Type="http://schemas.openxmlformats.org/officeDocument/2006/relationships/image" Target="../media/image78.png"/><Relationship Id="rId21" Type="http://schemas.openxmlformats.org/officeDocument/2006/relationships/image" Target="../media/image79.png"/><Relationship Id="rId22" Type="http://schemas.openxmlformats.org/officeDocument/2006/relationships/image" Target="../media/image80.png"/><Relationship Id="rId23" Type="http://schemas.openxmlformats.org/officeDocument/2006/relationships/image" Target="../media/image81.png"/><Relationship Id="rId24" Type="http://schemas.openxmlformats.org/officeDocument/2006/relationships/image" Target="../media/image82.png"/><Relationship Id="rId25" Type="http://schemas.openxmlformats.org/officeDocument/2006/relationships/image" Target="../media/image83.png"/><Relationship Id="rId26" Type="http://schemas.openxmlformats.org/officeDocument/2006/relationships/image" Target="../media/image84.png"/><Relationship Id="rId27" Type="http://schemas.openxmlformats.org/officeDocument/2006/relationships/image" Target="../media/image85.png"/><Relationship Id="rId28" Type="http://schemas.openxmlformats.org/officeDocument/2006/relationships/image" Target="../media/image86.png"/><Relationship Id="rId29" Type="http://schemas.openxmlformats.org/officeDocument/2006/relationships/image" Target="../media/image87.png"/><Relationship Id="rId30" Type="http://schemas.openxmlformats.org/officeDocument/2006/relationships/image" Target="../media/image19.png"/><Relationship Id="rId31" Type="http://schemas.openxmlformats.org/officeDocument/2006/relationships/image" Target="../media/image20.png"/><Relationship Id="rId32" Type="http://schemas.openxmlformats.org/officeDocument/2006/relationships/image" Target="../media/image21.png"/><Relationship Id="rId33" Type="http://schemas.openxmlformats.org/officeDocument/2006/relationships/image" Target="../media/image22.png"/><Relationship Id="rId34" Type="http://schemas.openxmlformats.org/officeDocument/2006/relationships/image" Target="../media/image23.png"/><Relationship Id="rId35" Type="http://schemas.openxmlformats.org/officeDocument/2006/relationships/image" Target="../media/image24.png"/><Relationship Id="rId36" Type="http://schemas.openxmlformats.org/officeDocument/2006/relationships/image" Target="../media/image25.png"/><Relationship Id="rId37" Type="http://schemas.openxmlformats.org/officeDocument/2006/relationships/image" Target="../media/image26.png"/><Relationship Id="rId38" Type="http://schemas.openxmlformats.org/officeDocument/2006/relationships/image" Target="../media/image27.png"/><Relationship Id="rId39" Type="http://schemas.openxmlformats.org/officeDocument/2006/relationships/image" Target="../media/image28.png"/><Relationship Id="rId40" Type="http://schemas.openxmlformats.org/officeDocument/2006/relationships/image" Target="../media/image29.png"/><Relationship Id="rId41" Type="http://schemas.openxmlformats.org/officeDocument/2006/relationships/image" Target="../media/image30.png"/><Relationship Id="rId42" Type="http://schemas.openxmlformats.org/officeDocument/2006/relationships/image" Target="../media/image31.png"/><Relationship Id="rId43" Type="http://schemas.openxmlformats.org/officeDocument/2006/relationships/image" Target="../media/image32.png"/><Relationship Id="rId44" Type="http://schemas.openxmlformats.org/officeDocument/2006/relationships/image" Target="../media/image33.png"/><Relationship Id="rId45" Type="http://schemas.openxmlformats.org/officeDocument/2006/relationships/image" Target="../media/image34.png"/><Relationship Id="rId46" Type="http://schemas.openxmlformats.org/officeDocument/2006/relationships/image" Target="../media/image35.png"/><Relationship Id="rId47" Type="http://schemas.openxmlformats.org/officeDocument/2006/relationships/image" Target="../media/image36.png"/><Relationship Id="rId48" Type="http://schemas.openxmlformats.org/officeDocument/2006/relationships/image" Target="../media/image37.png"/><Relationship Id="rId49" Type="http://schemas.openxmlformats.org/officeDocument/2006/relationships/image" Target="../media/image38.png"/><Relationship Id="rId50" Type="http://schemas.openxmlformats.org/officeDocument/2006/relationships/image" Target="../media/image88.png"/><Relationship Id="rId51" Type="http://schemas.openxmlformats.org/officeDocument/2006/relationships/image" Target="../media/image89.png"/><Relationship Id="rId52" Type="http://schemas.openxmlformats.org/officeDocument/2006/relationships/image" Target="../media/image90.png"/><Relationship Id="rId53" Type="http://schemas.openxmlformats.org/officeDocument/2006/relationships/image" Target="../media/image91.png"/><Relationship Id="rId54" Type="http://schemas.openxmlformats.org/officeDocument/2006/relationships/image" Target="../media/image92.png"/><Relationship Id="rId55" Type="http://schemas.openxmlformats.org/officeDocument/2006/relationships/image" Target="../media/image93.png"/><Relationship Id="rId56" Type="http://schemas.openxmlformats.org/officeDocument/2006/relationships/image" Target="../media/image94.png"/><Relationship Id="rId57" Type="http://schemas.openxmlformats.org/officeDocument/2006/relationships/image" Target="../media/image95.png"/><Relationship Id="rId58" Type="http://schemas.openxmlformats.org/officeDocument/2006/relationships/image" Target="../media/image96.png"/><Relationship Id="rId59" Type="http://schemas.openxmlformats.org/officeDocument/2006/relationships/image" Target="../media/image97.png"/><Relationship Id="rId60" Type="http://schemas.openxmlformats.org/officeDocument/2006/relationships/image" Target="../media/image98.png"/><Relationship Id="rId61" Type="http://schemas.openxmlformats.org/officeDocument/2006/relationships/image" Target="../media/image99.png"/><Relationship Id="rId62" Type="http://schemas.openxmlformats.org/officeDocument/2006/relationships/image" Target="../media/image100.png"/><Relationship Id="rId63" Type="http://schemas.openxmlformats.org/officeDocument/2006/relationships/image" Target="../media/image101.png"/><Relationship Id="rId64" Type="http://schemas.openxmlformats.org/officeDocument/2006/relationships/image" Target="../media/image102.png"/><Relationship Id="rId65" Type="http://schemas.openxmlformats.org/officeDocument/2006/relationships/image" Target="../media/image103.png"/><Relationship Id="rId66" Type="http://schemas.openxmlformats.org/officeDocument/2006/relationships/image" Target="../media/image104.png"/><Relationship Id="rId67" Type="http://schemas.openxmlformats.org/officeDocument/2006/relationships/image" Target="../media/image105.png"/><Relationship Id="rId68" Type="http://schemas.openxmlformats.org/officeDocument/2006/relationships/image" Target="../media/image106.png"/><Relationship Id="rId69" Type="http://schemas.openxmlformats.org/officeDocument/2006/relationships/image" Target="../media/image107.png"/><Relationship Id="rId70" Type="http://schemas.openxmlformats.org/officeDocument/2006/relationships/image" Target="../media/image108.png"/><Relationship Id="rId71" Type="http://schemas.openxmlformats.org/officeDocument/2006/relationships/image" Target="../media/image109.png"/><Relationship Id="rId72" Type="http://schemas.openxmlformats.org/officeDocument/2006/relationships/image" Target="../media/image110.png"/><Relationship Id="rId73" Type="http://schemas.openxmlformats.org/officeDocument/2006/relationships/image" Target="../media/image111.png"/><Relationship Id="rId74" Type="http://schemas.openxmlformats.org/officeDocument/2006/relationships/image" Target="../media/image112.png"/><Relationship Id="rId75" Type="http://schemas.openxmlformats.org/officeDocument/2006/relationships/image" Target="../media/image113.png"/><Relationship Id="rId76" Type="http://schemas.openxmlformats.org/officeDocument/2006/relationships/image" Target="../media/image114.png"/><Relationship Id="rId77" Type="http://schemas.openxmlformats.org/officeDocument/2006/relationships/image" Target="../media/image115.png"/><Relationship Id="rId78" Type="http://schemas.openxmlformats.org/officeDocument/2006/relationships/image" Target="../media/image116.png"/><Relationship Id="rId79" Type="http://schemas.openxmlformats.org/officeDocument/2006/relationships/image" Target="../media/image117.png"/><Relationship Id="rId80" Type="http://schemas.openxmlformats.org/officeDocument/2006/relationships/image" Target="../media/image118.png"/><Relationship Id="rId81" Type="http://schemas.openxmlformats.org/officeDocument/2006/relationships/image" Target="../media/image119.png"/><Relationship Id="rId82" Type="http://schemas.openxmlformats.org/officeDocument/2006/relationships/image" Target="../media/image120.png"/><Relationship Id="rId83" Type="http://schemas.openxmlformats.org/officeDocument/2006/relationships/image" Target="../media/image121.png"/><Relationship Id="rId84" Type="http://schemas.openxmlformats.org/officeDocument/2006/relationships/image" Target="../media/image122.png"/><Relationship Id="rId85" Type="http://schemas.openxmlformats.org/officeDocument/2006/relationships/image" Target="../media/image123.png"/><Relationship Id="rId86" Type="http://schemas.openxmlformats.org/officeDocument/2006/relationships/image" Target="../media/image124.png"/><Relationship Id="rId87" Type="http://schemas.openxmlformats.org/officeDocument/2006/relationships/image" Target="../media/image125.png"/><Relationship Id="rId88" Type="http://schemas.openxmlformats.org/officeDocument/2006/relationships/image" Target="../media/image126.png"/><Relationship Id="rId89" Type="http://schemas.openxmlformats.org/officeDocument/2006/relationships/image" Target="../media/image127.png"/><Relationship Id="rId90" Type="http://schemas.openxmlformats.org/officeDocument/2006/relationships/image" Target="../media/image128.png"/><Relationship Id="rId91" Type="http://schemas.openxmlformats.org/officeDocument/2006/relationships/image" Target="../media/image129.png"/><Relationship Id="rId92" Type="http://schemas.openxmlformats.org/officeDocument/2006/relationships/image" Target="../media/image130.png"/><Relationship Id="rId93" Type="http://schemas.openxmlformats.org/officeDocument/2006/relationships/image" Target="../media/image39.png"/><Relationship Id="rId94" Type="http://schemas.openxmlformats.org/officeDocument/2006/relationships/image" Target="../media/image40.png"/><Relationship Id="rId95" Type="http://schemas.openxmlformats.org/officeDocument/2006/relationships/image" Target="../media/image41.png"/><Relationship Id="rId96" Type="http://schemas.openxmlformats.org/officeDocument/2006/relationships/image" Target="../media/image42.png"/><Relationship Id="rId97" Type="http://schemas.openxmlformats.org/officeDocument/2006/relationships/image" Target="../media/image43.png"/><Relationship Id="rId98" Type="http://schemas.openxmlformats.org/officeDocument/2006/relationships/image" Target="../media/image44.png"/><Relationship Id="rId99" Type="http://schemas.openxmlformats.org/officeDocument/2006/relationships/image" Target="../media/image45.png"/><Relationship Id="rId100" Type="http://schemas.openxmlformats.org/officeDocument/2006/relationships/image" Target="../media/image46.png"/><Relationship Id="rId101" Type="http://schemas.openxmlformats.org/officeDocument/2006/relationships/image" Target="../media/image47.png"/><Relationship Id="rId102" Type="http://schemas.openxmlformats.org/officeDocument/2006/relationships/image" Target="../media/image48.png"/><Relationship Id="rId103" Type="http://schemas.openxmlformats.org/officeDocument/2006/relationships/image" Target="../media/image49.png"/><Relationship Id="rId104" Type="http://schemas.openxmlformats.org/officeDocument/2006/relationships/image" Target="../media/image50.png"/><Relationship Id="rId105" Type="http://schemas.openxmlformats.org/officeDocument/2006/relationships/image" Target="../media/image51.png"/><Relationship Id="rId106" Type="http://schemas.openxmlformats.org/officeDocument/2006/relationships/image" Target="../media/image52.png"/><Relationship Id="rId107" Type="http://schemas.openxmlformats.org/officeDocument/2006/relationships/image" Target="../media/image53.png"/><Relationship Id="rId108" Type="http://schemas.openxmlformats.org/officeDocument/2006/relationships/image" Target="../media/image54.png"/><Relationship Id="rId109" Type="http://schemas.openxmlformats.org/officeDocument/2006/relationships/image" Target="../media/image55.png"/><Relationship Id="rId110" Type="http://schemas.openxmlformats.org/officeDocument/2006/relationships/image" Target="../media/image56.png"/><Relationship Id="rId111" Type="http://schemas.openxmlformats.org/officeDocument/2006/relationships/image" Target="../media/image57.png"/><Relationship Id="rId112" Type="http://schemas.openxmlformats.org/officeDocument/2006/relationships/image" Target="../media/image58.png"/><Relationship Id="rId113" Type="http://schemas.openxmlformats.org/officeDocument/2006/relationships/image" Target="../media/image59.png"/><Relationship Id="rId114" Type="http://schemas.openxmlformats.org/officeDocument/2006/relationships/image" Target="../media/image60.png"/><Relationship Id="rId115" Type="http://schemas.openxmlformats.org/officeDocument/2006/relationships/image" Target="../media/image61.png"/><Relationship Id="rId116" Type="http://schemas.openxmlformats.org/officeDocument/2006/relationships/image" Target="../media/image62.png"/><Relationship Id="rId117" Type="http://schemas.openxmlformats.org/officeDocument/2006/relationships/image" Target="../media/image63.png"/><Relationship Id="rId118" Type="http://schemas.openxmlformats.org/officeDocument/2006/relationships/image" Target="../media/image64.png"/><Relationship Id="rId119" Type="http://schemas.openxmlformats.org/officeDocument/2006/relationships/image" Target="../media/image65.png"/><Relationship Id="rId120" Type="http://schemas.openxmlformats.org/officeDocument/2006/relationships/image" Target="../media/image66.png"/><Relationship Id="rId121" Type="http://schemas.openxmlformats.org/officeDocument/2006/relationships/image" Target="../media/image67.png"/><Relationship Id="rId122" Type="http://schemas.openxmlformats.org/officeDocument/2006/relationships/image" Target="../media/image68.png"/><Relationship Id="rId123" Type="http://schemas.openxmlformats.org/officeDocument/2006/relationships/image" Target="../media/image6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149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53.png"/><Relationship Id="rId8" Type="http://schemas.openxmlformats.org/officeDocument/2006/relationships/image" Target="../media/image1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featpaper-node:437:4776" descr="featpaper-node:437:47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0"/>
            <a:ext cx="243586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featpaper-node:437:4779" descr="featpaper-node:437:47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813" y="1205935"/>
            <a:ext cx="3063186" cy="4889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featpaper-node:437:4781" descr="featpaper-node:437:47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1047743"/>
            <a:ext cx="3163850" cy="977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featpaper-node:437:4783" descr="featpaper-node:437:478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03852" y="1281106"/>
            <a:ext cx="586613" cy="34013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featpaper-node:437:4784" descr="featpaper-node:437:47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1316" y="1519143"/>
            <a:ext cx="570993" cy="2439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" name="featpaper-node:437:4785" descr="featpaper-node:437:478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87867" y="1580201"/>
            <a:ext cx="136204" cy="184914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featpaper-node:437:4786" descr="featpaper-node:437:478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92140" y="1577441"/>
            <a:ext cx="167817" cy="1914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featpaper-node:437:4787" descr="featpaper-node:437:478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01181" y="1580548"/>
            <a:ext cx="178470" cy="183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featpaper-node:437:4788" descr="featpaper-node:437:478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53208" y="1580201"/>
            <a:ext cx="152314" cy="18421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featpaper-node:437:4789" descr="featpaper-node:437:478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67260" y="1576412"/>
            <a:ext cx="156891" cy="1914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featpaper-node:437:4790" descr="featpaper-node:437:479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43486" y="1279035"/>
            <a:ext cx="152314" cy="183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featpaper-node:437:4791" descr="featpaper-node:437:479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31654" y="1275928"/>
            <a:ext cx="181373" cy="190433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featpaper-node:437:4792" descr="featpaper-node:437:479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679682" y="1279035"/>
            <a:ext cx="132353" cy="18456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featpaper-node:437:4793" descr="featpaper-node:437:479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426184" y="1279035"/>
            <a:ext cx="162819" cy="18421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featpaper-node:437:4794" descr="featpaper-node:437:479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37105" y="1279035"/>
            <a:ext cx="165616" cy="18421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featpaper-node:437:4795" descr="featpaper-node:437:479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070783" y="1279035"/>
            <a:ext cx="136204" cy="184914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featpaper-node:437:4796" descr="featpaper-node:437:479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918470" y="1279035"/>
            <a:ext cx="128502" cy="18421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featpaper-node:437:4797" descr="featpaper-node:437:479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716293" y="1279035"/>
            <a:ext cx="178123" cy="183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featpaper-node:437:4798" descr="featpaper-node:437:479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61318" y="1279035"/>
            <a:ext cx="162819" cy="18421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featpaper-node:437:4803" descr="featpaper-node:437:480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331418" y="12142620"/>
            <a:ext cx="274812" cy="1431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featpaper-node:437:4804" descr="featpaper-node:437:480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609076" y="12145261"/>
            <a:ext cx="183680" cy="140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featpaper-node:437:4805" descr="featpaper-node:437:480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160173" y="12144244"/>
            <a:ext cx="190005" cy="139255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featpaper-node:437:4806" descr="featpaper-node:437:480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832107" y="12144244"/>
            <a:ext cx="190203" cy="139255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featpaper-node:437:4807" descr="featpaper-node:437:480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002534" y="12142620"/>
            <a:ext cx="265025" cy="143112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featpaper-node:437:4808" descr="featpaper-node:437:480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906154" y="12141200"/>
            <a:ext cx="219764" cy="143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featpaper-node:437:4856" descr="featpaper-node:437:48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06246" y="12077096"/>
            <a:ext cx="103957" cy="28002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featpaper-node:437:4857" descr="featpaper-node:437:485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12000" y="11988800"/>
            <a:ext cx="468555" cy="46714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featpaper-node:437:4859" descr="featpaper-node:437:485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26268" y="12024952"/>
            <a:ext cx="170465" cy="183574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featpaper-node:437:4860" descr="featpaper-node:437:486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925041" y="12021090"/>
            <a:ext cx="137531" cy="191512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featpaper-node:437:4861" descr="featpaper-node:437:486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92802" y="12024952"/>
            <a:ext cx="114506" cy="183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featpaper-node:437:4862" descr="featpaper-node:437:486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26585" y="12248653"/>
            <a:ext cx="145282" cy="174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featpaper-node:437:4863" descr="featpaper-node:437:486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913513" y="12248653"/>
            <a:ext cx="142808" cy="170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featpaper-node:437:4864" descr="featpaper-node:437:486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07337" y="12248653"/>
            <a:ext cx="19051" cy="170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featpaper-node:437:4865" descr="featpaper-node:437:486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51780" y="12248653"/>
            <a:ext cx="149480" cy="170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featpaper-node:437:4866" descr="featpaper-node:437:486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26542" y="12248653"/>
            <a:ext cx="84907" cy="170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featpaper-node:437:4867" descr="featpaper-node:437:4867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447391" y="12248653"/>
            <a:ext cx="115690" cy="172307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featpaper-node:437:4868" descr="featpaper-node:437:486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579873" y="12245106"/>
            <a:ext cx="120205" cy="177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featpaper-node:437:4869" descr="featpaper-node:437:4869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735801" y="12248653"/>
            <a:ext cx="19051" cy="170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58" name="featpaper-node:437:4870" descr="featpaper-node:437:487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81429" y="12248653"/>
            <a:ext cx="136024" cy="170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featpaper-node:437:4871" descr="featpaper-node:437:4871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932205" y="12248653"/>
            <a:ext cx="135596" cy="170806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featpaper-node:437:4872"/>
          <p:cNvSpPr txBox="1"/>
          <p:nvPr/>
        </p:nvSpPr>
        <p:spPr>
          <a:xfrm>
            <a:off x="7125426" y="12573000"/>
            <a:ext cx="102302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900" spc="97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lvl1pPr>
          </a:lstStyle>
          <a:p>
            <a:r>
              <a:t>Project operator</a:t>
            </a:r>
          </a:p>
        </p:txBody>
      </p:sp>
      <p:sp>
        <p:nvSpPr>
          <p:cNvPr id="61" name="featpaper-node:437:4873"/>
          <p:cNvSpPr txBox="1"/>
          <p:nvPr/>
        </p:nvSpPr>
        <p:spPr>
          <a:xfrm>
            <a:off x="9613900" y="12574903"/>
            <a:ext cx="15155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900" spc="97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lvl1pPr>
          </a:lstStyle>
          <a:p>
            <a:r>
              <a:t>Partners of the operator</a:t>
            </a:r>
          </a:p>
        </p:txBody>
      </p:sp>
      <p:pic>
        <p:nvPicPr>
          <p:cNvPr id="62" name="featpaper-node:437:4876" descr="featpaper-node:437:487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4469020" y="12162439"/>
            <a:ext cx="136166" cy="175549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featpaper-node:437:4877" descr="featpaper-node:437:4877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621809" y="12168057"/>
            <a:ext cx="113011" cy="165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featpaper-node:437:4878" descr="featpaper-node:437:4878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4737058" y="12206789"/>
            <a:ext cx="125556" cy="131205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featpaper-node:437:4879" descr="featpaper-node:437:4879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4880573" y="12167344"/>
            <a:ext cx="32030" cy="1663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featpaper-node:437:4880" descr="featpaper-node:437:488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937792" y="12168057"/>
            <a:ext cx="113011" cy="165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featpaper-node:437:4881" descr="featpaper-node:437:4881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5053146" y="12206789"/>
            <a:ext cx="125556" cy="13120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featpaper-node:437:4882" descr="featpaper-node:437:4882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5183904" y="12210770"/>
            <a:ext cx="121984" cy="122927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featpaper-node:437:4883" descr="featpaper-node:437:4883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5310680" y="12206789"/>
            <a:ext cx="125556" cy="13120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featpaper-node:437:4885" descr="featpaper-node:437:4885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3959358" y="12001500"/>
            <a:ext cx="442244" cy="443061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featpaper-node:437:4886" descr="featpaper-node:437:4886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4035143" y="12110119"/>
            <a:ext cx="289664" cy="225823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featpaper-node:437:4888" descr="featpaper-node:437:488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1796966" y="12027166"/>
            <a:ext cx="265461" cy="86483"/>
          </a:xfrm>
          <a:prstGeom prst="rect">
            <a:avLst/>
          </a:prstGeom>
          <a:ln w="12700">
            <a:miter lim="400000"/>
          </a:ln>
        </p:spPr>
      </p:pic>
      <p:pic>
        <p:nvPicPr>
          <p:cNvPr id="73" name="featpaper-node:437:4889" descr="featpaper-node:437:4889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2089599" y="12032108"/>
            <a:ext cx="85850" cy="269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featpaper-node:437:4890" descr="featpaper-node:437:4890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1903465" y="12329437"/>
            <a:ext cx="266093" cy="86483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featpaper-node:437:4891" descr="featpaper-node:437:4891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1791261" y="12140827"/>
            <a:ext cx="85025" cy="270149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featpaper-node:437:4892" descr="featpaper-node:437:4892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1744039" y="12069172"/>
            <a:ext cx="211318" cy="198493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featpaper-node:437:4893" descr="featpaper-node:437:4893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1937231" y="11976100"/>
            <a:ext cx="196851" cy="215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featpaper-node:437:4894" descr="featpaper-node:437:4894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2011366" y="12173769"/>
            <a:ext cx="212825" cy="198493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featpaper-node:437:4895" descr="featpaper-node:437:4895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1831810" y="12250364"/>
            <a:ext cx="196026" cy="21578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featpaper-node:437:4896" descr="featpaper-node:437:4896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2295175" y="12013493"/>
            <a:ext cx="115312" cy="1805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featpaper-node:437:4897" descr="featpaper-node:437:4897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2415266" y="12066203"/>
            <a:ext cx="87469" cy="125357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featpaper-node:437:4898" descr="featpaper-node:437:4898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2509983" y="12067027"/>
            <a:ext cx="107349" cy="125357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featpaper-node:437:4899" descr="featpaper-node:437:4899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2627763" y="12068757"/>
            <a:ext cx="95791" cy="122883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featpaper-node:437:4900" descr="featpaper-node:437:4900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2742249" y="12017610"/>
            <a:ext cx="96528" cy="17485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featpaper-node:437:4901" descr="featpaper-node:437:4901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2981837" y="12017610"/>
            <a:ext cx="93391" cy="174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featpaper-node:437:4902" descr="featpaper-node:437:4902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2843880" y="12044113"/>
            <a:ext cx="126443" cy="169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featpaper-node:437:4903" descr="featpaper-node:437:4903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2296657" y="12236698"/>
            <a:ext cx="155830" cy="186389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featpaper-node:437:4904" descr="featpaper-node:437:4904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2477861" y="12291058"/>
            <a:ext cx="103120" cy="131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featpaper-node:437:4905" descr="featpaper-node:437:4905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2591901" y="12290065"/>
            <a:ext cx="108373" cy="13203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featpaper-node:437:4906" descr="featpaper-node:437:4906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2711769" y="12291058"/>
            <a:ext cx="101390" cy="131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91" name="featpaper-node:437:4907" descr="featpaper-node:437:4907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2826169" y="12290232"/>
            <a:ext cx="181367" cy="132030"/>
          </a:xfrm>
          <a:prstGeom prst="rect">
            <a:avLst/>
          </a:prstGeom>
          <a:ln w="12700">
            <a:miter lim="400000"/>
          </a:ln>
        </p:spPr>
      </p:pic>
      <p:pic>
        <p:nvPicPr>
          <p:cNvPr id="92" name="featpaper-node:437:4908" descr="featpaper-node:437:4908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3032159" y="12291058"/>
            <a:ext cx="101390" cy="131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featpaper-node:437:4909" descr="featpaper-node:437:4909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3145740" y="12291058"/>
            <a:ext cx="112304" cy="131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featpaper-node:437:4910" descr="featpaper-node:437:4910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3274302" y="12256461"/>
            <a:ext cx="80883" cy="164065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128" descr="Picture 128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9595260" y="11968674"/>
            <a:ext cx="1598811" cy="4722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featpaper-node:437:4911" descr="featpaper-node:437:49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featpaper-node:437:4912" descr="featpaper-node:437:49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6800"/>
            <a:ext cx="381000" cy="8661400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featpaper-node:437:4913"/>
          <p:cNvSpPr txBox="1"/>
          <p:nvPr/>
        </p:nvSpPr>
        <p:spPr>
          <a:xfrm>
            <a:off x="1231899" y="3972130"/>
            <a:ext cx="12391146" cy="5390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lnSpc>
                <a:spcPts val="14100"/>
              </a:lnSpc>
              <a:defRPr sz="12900" b="1">
                <a:solidFill>
                  <a:srgbClr val="FFFFF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pPr>
            <a:r>
              <a:t>Telemetry </a:t>
            </a:r>
          </a:p>
          <a:p>
            <a:pPr>
              <a:lnSpc>
                <a:spcPts val="14100"/>
              </a:lnSpc>
              <a:defRPr sz="12900" b="1">
                <a:solidFill>
                  <a:srgbClr val="FFFFF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pPr>
            <a:r>
              <a:t>and </a:t>
            </a:r>
          </a:p>
          <a:p>
            <a:pPr>
              <a:lnSpc>
                <a:spcPts val="14100"/>
              </a:lnSpc>
              <a:defRPr sz="12900" b="1">
                <a:solidFill>
                  <a:srgbClr val="FFFFF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pPr>
            <a:r>
              <a:t>Communication</a:t>
            </a:r>
          </a:p>
          <a:p>
            <a:r>
              <a:t/>
            </a:r>
          </a:p>
          <a:p>
            <a:r>
              <a:rPr sz="1800"/>
              <a:t>Station entry · telemetry · radio link · Control Center</a:t>
            </a:r>
          </a:p>
        </p:txBody>
      </p:sp>
      <p:pic>
        <p:nvPicPr>
          <p:cNvPr id="100" name="featpaper-node:437:4916" descr="featpaper-node:437:49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1270000"/>
            <a:ext cx="2705100" cy="431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featpaper-node:437:4918" descr="featpaper-node:437:49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1130300"/>
            <a:ext cx="2794000" cy="86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featpaper-node:437:4920" descr="featpaper-node:437:49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4170" y="1336376"/>
            <a:ext cx="518034" cy="300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featpaper-node:437:4921" descr="featpaper-node:437:49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0242" y="1546590"/>
            <a:ext cx="504243" cy="2153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featpaper-node:437:4922" descr="featpaper-node:437:49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700" y="1600509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featpaper-node:437:4923" descr="featpaper-node:437:49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1861" y="1598072"/>
            <a:ext cx="148197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featpaper-node:437:4924" descr="featpaper-node:437:49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214" y="1600818"/>
            <a:ext cx="15761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featpaper-node:437:4925" descr="featpaper-node:437:49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2543" y="1600509"/>
            <a:ext cx="134504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featpaper-node:437:4926" descr="featpaper-node:437:49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58336" y="1597161"/>
            <a:ext cx="138548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featpaper-node:437:4927" descr="featpaper-node:437:49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1984" y="1334547"/>
            <a:ext cx="134504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featpaper-node:437:4928" descr="featpaper-node:437:492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74919" y="1331806"/>
            <a:ext cx="160177" cy="168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featpaper-node:437:4929" descr="featpaper-node:437:49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40713" y="1334547"/>
            <a:ext cx="116881" cy="162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featpaper-node:437:4930" descr="featpaper-node:437:493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16852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featpaper-node:437:4931" descr="featpaper-node:437:493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9878" y="1334547"/>
            <a:ext cx="14626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featpaper-node:437:4932" descr="featpaper-node:437:49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2997" y="1334547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featpaper-node:437:4933" descr="featpaper-node:437:493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68493" y="1334547"/>
            <a:ext cx="11348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featpaper-node:437:4934" descr="featpaper-node:437:493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89950" y="1334547"/>
            <a:ext cx="15730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featpaper-node:437:4935" descr="featpaper-node:437:493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53089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7" name="Group 179"/>
          <p:cNvGrpSpPr/>
          <p:nvPr/>
        </p:nvGrpSpPr>
        <p:grpSpPr>
          <a:xfrm>
            <a:off x="1269999" y="11976099"/>
            <a:ext cx="13165460" cy="763906"/>
            <a:chOff x="0" y="0"/>
            <a:chExt cx="13165458" cy="763904"/>
          </a:xfrm>
        </p:grpSpPr>
        <p:pic>
          <p:nvPicPr>
            <p:cNvPr id="118" name="featpaper-node:437:4940" descr="featpaper-node:437:494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2229319" y="204619"/>
              <a:ext cx="274812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9" name="featpaper-node:437:4941" descr="featpaper-node:437:4941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2506982" y="207261"/>
              <a:ext cx="183680" cy="1404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0" name="featpaper-node:437:4942" descr="featpaper-node:437:4942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058067" y="206244"/>
              <a:ext cx="190005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1" name="featpaper-node:437:4943" descr="featpaper-node:437:4943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2730001" y="206244"/>
              <a:ext cx="190203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2" name="featpaper-node:437:4944" descr="featpaper-node:437:4944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2900434" y="204619"/>
              <a:ext cx="265025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3" name="featpaper-node:437:4945" descr="featpaper-node:437:494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1804055" y="203200"/>
              <a:ext cx="219771" cy="1433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4" name="featpaper-node:437:4993" descr="featpaper-node:437:4993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04146" y="139098"/>
              <a:ext cx="103957" cy="2800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5" name="featpaper-node:437:4994" descr="featpaper-node:437:4994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009900" y="50800"/>
              <a:ext cx="468562" cy="4671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6" name="featpaper-node:437:4996" descr="featpaper-node:437:4996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624176" y="86952"/>
              <a:ext cx="170459" cy="183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7" name="featpaper-node:437:4997" descr="featpaper-node:437:4997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822948" y="83089"/>
              <a:ext cx="137531" cy="191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" name="featpaper-node:437:4998" descr="featpaper-node:437:4998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990715" y="86952"/>
              <a:ext cx="114499" cy="1836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" name="featpaper-node:437:4999" descr="featpaper-node:437:4999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624486" y="310654"/>
              <a:ext cx="145282" cy="174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" name="featpaper-node:437:5000" descr="featpaper-node:437:5000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811426" y="310654"/>
              <a:ext cx="142802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1" name="featpaper-node:437:5001" descr="featpaper-node:437:5001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005250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" name="featpaper-node:437:5002" descr="featpaper-node:437:5002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049688" y="310654"/>
              <a:ext cx="149474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3" name="featpaper-node:437:5003" descr="featpaper-node:437:5003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224449" y="310654"/>
              <a:ext cx="84907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4" name="featpaper-node:437:5004" descr="featpaper-node:437:5004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345298" y="310654"/>
              <a:ext cx="115690" cy="1723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5" name="featpaper-node:437:5005" descr="featpaper-node:437:5005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477779" y="307107"/>
              <a:ext cx="120205" cy="1779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6" name="featpaper-node:437:5006" descr="featpaper-node:437:5006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633714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" name="featpaper-node:437:5007" descr="featpaper-node:437:5007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679342" y="310654"/>
              <a:ext cx="136030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8" name="featpaper-node:437:5008" descr="featpaper-node:437:5008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830105" y="310654"/>
              <a:ext cx="135596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9" name="featpaper-node:437:5009"/>
            <p:cNvSpPr txBox="1"/>
            <p:nvPr/>
          </p:nvSpPr>
          <p:spPr>
            <a:xfrm>
              <a:off x="3023319" y="635000"/>
              <a:ext cx="102302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Project operator</a:t>
              </a:r>
            </a:p>
          </p:txBody>
        </p:sp>
        <p:sp>
          <p:nvSpPr>
            <p:cNvPr id="140" name="featpaper-node:437:5010"/>
            <p:cNvSpPr txBox="1"/>
            <p:nvPr/>
          </p:nvSpPr>
          <p:spPr>
            <a:xfrm>
              <a:off x="5511800" y="636904"/>
              <a:ext cx="1515539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Partners of the operator</a:t>
              </a:r>
            </a:p>
          </p:txBody>
        </p:sp>
        <p:pic>
          <p:nvPicPr>
            <p:cNvPr id="141" name="featpaper-node:437:5013" descr="featpaper-node:437:5013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619063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" name="featpaper-node:437:5014" descr="featpaper-node:437:5014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6863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" name="featpaper-node:437:5015" descr="featpaper-node:437:5015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846522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4" name="featpaper-node:437:5016" descr="featpaper-node:437:5016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990178" y="115583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5" name="featpaper-node:437:5017" descr="featpaper-node:437:5017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132818" y="115583"/>
              <a:ext cx="134504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" name="featpaper-node:437:5018" descr="featpaper-node:437:5018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28387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7" name="featpaper-node:437:5019" descr="featpaper-node:437:5019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44133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8" name="featpaper-node:437:5020" descr="featpaper-node:437:5020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594284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9" name="featpaper-node:437:5021" descr="featpaper-node:437:5021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737792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featpaper-node:437:5022" descr="featpaper-node:437:5022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796914" y="112271"/>
              <a:ext cx="165585" cy="122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featpaper-node:437:5023" descr="featpaper-node:437:5023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9818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2" name="featpaper-node:437:5024" descr="featpaper-node:437:5024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213926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3" name="featpaper-node:437:5025" descr="featpaper-node:437:5025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2316175" y="115584"/>
              <a:ext cx="109526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4" name="featpaper-node:437:5026" descr="featpaper-node:437:5026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60802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5" name="featpaper-node:437:5027" descr="featpaper-node:437:5027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46013" y="314505"/>
              <a:ext cx="127100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6" name="featpaper-node:437:5028" descr="featpaper-node:437:5028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64977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7" name="featpaper-node:437:5029" descr="featpaper-node:437:5029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028960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8" name="featpaper-node:437:5030" descr="featpaper-node:437:5030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192808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9" name="featpaper-node:437:5031" descr="featpaper-node:437:5031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371464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0" name="featpaper-node:437:5032" descr="featpaper-node:437:5032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523243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1" name="featpaper-node:437:5033" descr="featpaper-node:437:5033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700026" y="314505"/>
              <a:ext cx="169367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2" name="featpaper-node:437:5034" descr="featpaper-node:437:5034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897273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3" name="featpaper-node:437:5035" descr="featpaper-node:437:5035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202887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4" name="featpaper-node:437:5037" descr="featpaper-node:437:5037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0" y="-1"/>
              <a:ext cx="551087" cy="546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5" name="featpaper-node:437:5039" descr="featpaper-node:437:5039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11844" y="395250"/>
              <a:ext cx="14325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6" name="featpaper-node:437:5040" descr="featpaper-node:437:5040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303857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7" name="featpaper-node:437:5041" descr="featpaper-node:437:5041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247514" y="186829"/>
              <a:ext cx="56072" cy="955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8" name="featpaper-node:437:5042" descr="featpaper-node:437:5042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16780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9" name="featpaper-node:437:5044" descr="featpaper-node:437:5044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16111" y="364163"/>
              <a:ext cx="66552" cy="59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0" name="featpaper-node:437:5045" descr="featpaper-node:437:5045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20110" y="381570"/>
              <a:ext cx="69187" cy="771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1" name="featpaper-node:437:5046" descr="featpaper-node:437:5046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86916" y="380242"/>
              <a:ext cx="76759" cy="76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2" name="featpaper-node:437:5047" descr="featpaper-node:437:5047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39911" y="323955"/>
              <a:ext cx="72679" cy="441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3" name="featpaper-node:437:5048" descr="featpaper-node:437:5048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288441" y="380093"/>
              <a:ext cx="76461" cy="754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4" name="featpaper-node:437:5049" descr="featpaper-node:437:5049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278866" y="349688"/>
              <a:ext cx="67445" cy="516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5" name="featpaper-node:437:5050" descr="featpaper-node:437:5050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84609" y="369714"/>
              <a:ext cx="40830" cy="57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6" name="featpaper-node:437:5051" descr="featpaper-node:437:5051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236252" y="310579"/>
              <a:ext cx="222797" cy="144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featpaper-node:437:5053" descr="featpaper-node:437:5053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278730" y="417568"/>
              <a:ext cx="79029" cy="91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featpaper-node:437:5054" descr="featpaper-node:437:5054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194469" y="417674"/>
              <a:ext cx="79029" cy="914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9" name="featpaper-node:437:5055" descr="featpaper-node:437:5055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206214" y="349727"/>
              <a:ext cx="67445" cy="515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0" name="featpaper-node:437:5056" descr="featpaper-node:437:5056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201972" y="323714"/>
              <a:ext cx="61802" cy="418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1" name="featpaper-node:437:5058" descr="featpaper-node:437:5058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261764" y="314212"/>
              <a:ext cx="52103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2" name="featpaper-node:437:5059" descr="featpaper-node:437:5059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369553" y="364300"/>
              <a:ext cx="66651" cy="594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3" name="featpaper-node:437:5060" descr="featpaper-node:437:5060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364877" y="381576"/>
              <a:ext cx="67110" cy="662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4" name="featpaper-node:437:5061" descr="featpaper-node:437:5061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427248" y="370742"/>
              <a:ext cx="40172" cy="56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5" name="featpaper-node:437:5062" descr="featpaper-node:437:5062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340009" y="324086"/>
              <a:ext cx="70186" cy="44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6" name="featpaper-node:437:5063" descr="featpaper-node:437:5063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306636" y="323564"/>
              <a:ext cx="43446" cy="405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7" name="featpaper-node:437:5065" descr="featpaper-node:437:5065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275394" y="200030"/>
              <a:ext cx="13532" cy="24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8" name="featpaper-node:437:5067" descr="featpaper-node:437:5067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247514" y="230733"/>
              <a:ext cx="47787" cy="51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9" name="featpaper-node:437:5068" descr="featpaper-node:437:5068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13512" y="13387"/>
              <a:ext cx="524068" cy="5193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0" name="featpaper-node:437:5069" descr="featpaper-node:437:5069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9581" y="9500"/>
              <a:ext cx="531907" cy="527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1" name="featpaper-node:437:5070" descr="featpaper-node:437:5070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76839" y="76142"/>
              <a:ext cx="397403" cy="3938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2" name="featpaper-node:437:5071" descr="featpaper-node:437:5071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247067" y="106511"/>
              <a:ext cx="56940" cy="564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3" name="featpaper-node:437:5074" descr="featpaper-node:437:5074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10366921" y="224438"/>
              <a:ext cx="136166" cy="175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4" name="featpaper-node:437:5075" descr="featpaper-node:437:5075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0519718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5" name="featpaper-node:437:5076" descr="featpaper-node:437:5076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634960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6" name="featpaper-node:437:5077" descr="featpaper-node:437:5077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0778480" y="229343"/>
              <a:ext cx="32024" cy="166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7" name="featpaper-node:437:5078" descr="featpaper-node:437:5078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0835692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8" name="featpaper-node:437:5079" descr="featpaper-node:437:5079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10951046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9" name="featpaper-node:437:5080" descr="featpaper-node:437:5080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11081804" y="272770"/>
              <a:ext cx="121990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0" name="featpaper-node:437:5081" descr="featpaper-node:437:5081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1208580" y="268789"/>
              <a:ext cx="125560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1" name="featpaper-node:437:5083" descr="featpaper-node:437:5083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9857259" y="63500"/>
              <a:ext cx="442244" cy="4430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2" name="featpaper-node:437:5084" descr="featpaper-node:437:5084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9933050" y="172120"/>
              <a:ext cx="289670" cy="2258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3" name="featpaper-node:437:5086" descr="featpaper-node:437:5086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7694861" y="89166"/>
              <a:ext cx="265461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4" name="featpaper-node:437:5087" descr="featpaper-node:437:5087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7987506" y="94108"/>
              <a:ext cx="85850" cy="2693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5" name="featpaper-node:437:5088" descr="featpaper-node:437:5088"/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7801359" y="391437"/>
              <a:ext cx="266093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6" name="featpaper-node:437:5089" descr="featpaper-node:437:5089"/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7689155" y="202828"/>
              <a:ext cx="85019" cy="2701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7" name="featpaper-node:437:5090" descr="featpaper-node:437:5090"/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7641940" y="131173"/>
              <a:ext cx="211312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8" name="featpaper-node:437:5091" descr="featpaper-node:437:5091"/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7835131" y="38100"/>
              <a:ext cx="196851" cy="2157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9" name="featpaper-node:437:5092" descr="featpaper-node:437:5092"/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7909259" y="235768"/>
              <a:ext cx="212825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0" name="featpaper-node:437:5093" descr="featpaper-node:437:5093"/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7729711" y="312365"/>
              <a:ext cx="196020" cy="2157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1" name="featpaper-node:437:5094" descr="featpaper-node:437:5094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193075" y="75492"/>
              <a:ext cx="115306" cy="1805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2" name="featpaper-node:437:5095" descr="featpaper-node:437:5095"/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313166" y="128203"/>
              <a:ext cx="87475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3" name="featpaper-node:437:5096" descr="featpaper-node:437:5096"/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407884" y="129028"/>
              <a:ext cx="107343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4" name="featpaper-node:437:5097" descr="featpaper-node:437:5097"/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525669" y="130757"/>
              <a:ext cx="95784" cy="1228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5" name="featpaper-node:437:5098" descr="featpaper-node:437:5098"/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640142" y="79610"/>
              <a:ext cx="96528" cy="1748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6" name="featpaper-node:437:5099" descr="featpaper-node:437:5099"/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879743" y="79611"/>
              <a:ext cx="93391" cy="1747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7" name="featpaper-node:437:5100" descr="featpaper-node:437:5100"/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741780" y="106113"/>
              <a:ext cx="126443" cy="1696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8" name="featpaper-node:437:5101" descr="featpaper-node:437:5101"/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8194563" y="298697"/>
              <a:ext cx="155836" cy="186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9" name="featpaper-node:437:5102" descr="featpaper-node:437:5102"/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8375762" y="353057"/>
              <a:ext cx="10311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0" name="featpaper-node:437:5103" descr="featpaper-node:437:5103"/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8489801" y="352064"/>
              <a:ext cx="108373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1" name="featpaper-node:437:5104" descr="featpaper-node:437:5104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860967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2" name="featpaper-node:437:5105" descr="featpaper-node:437:5105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724069" y="352233"/>
              <a:ext cx="181360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3" name="featpaper-node:437:5106" descr="featpaper-node:437:5106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893006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4" name="featpaper-node:437:5107" descr="featpaper-node:437:5107"/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9043640" y="353057"/>
              <a:ext cx="11230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5" name="featpaper-node:437:5108" descr="featpaper-node:437:5108"/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9172202" y="318460"/>
              <a:ext cx="80877" cy="1640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6" name="Picture 178" descr="Picture 178"/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5518525" y="50800"/>
              <a:ext cx="1617681" cy="4778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featpaper-node:437:5981" descr="featpaper-node:437:59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featpaper-node:437:5110" descr="featpaper-node:437:51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6800"/>
            <a:ext cx="381000" cy="866140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featpaper-node:437:5114"/>
          <p:cNvSpPr txBox="1"/>
          <p:nvPr/>
        </p:nvSpPr>
        <p:spPr>
          <a:xfrm>
            <a:off x="1333500" y="3000760"/>
            <a:ext cx="4536498" cy="577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ts val="4500"/>
              </a:lnSpc>
              <a:defRPr sz="4100" b="1">
                <a:solidFill>
                  <a:srgbClr val="FFFFF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rPr lang="en-US" dirty="0"/>
              <a:t>Overview </a:t>
            </a:r>
            <a:r>
              <a:rPr dirty="0"/>
              <a:t>and layout</a:t>
            </a:r>
          </a:p>
        </p:txBody>
      </p:sp>
      <p:pic>
        <p:nvPicPr>
          <p:cNvPr id="235" name="featpaper-node:437:5117" descr="featpaper-node:437:51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1270000"/>
            <a:ext cx="2705100" cy="431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featpaper-node:437:5119" descr="featpaper-node:437:51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1130300"/>
            <a:ext cx="2794000" cy="86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featpaper-node:437:5121" descr="featpaper-node:437:51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4170" y="1336376"/>
            <a:ext cx="518034" cy="300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featpaper-node:437:5122" descr="featpaper-node:437:51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0242" y="1546590"/>
            <a:ext cx="504243" cy="2153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featpaper-node:437:5123" descr="featpaper-node:437:51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700" y="1600509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featpaper-node:437:5124" descr="featpaper-node:437:51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1861" y="1598072"/>
            <a:ext cx="148197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" name="featpaper-node:437:5125" descr="featpaper-node:437:51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214" y="1600818"/>
            <a:ext cx="15761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featpaper-node:437:5126" descr="featpaper-node:437:51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2543" y="1600509"/>
            <a:ext cx="134504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featpaper-node:437:5127" descr="featpaper-node:437:51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58336" y="1597161"/>
            <a:ext cx="138548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featpaper-node:437:5128" descr="featpaper-node:437:51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1984" y="1334547"/>
            <a:ext cx="134504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featpaper-node:437:5129" descr="featpaper-node:437:512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74919" y="1331806"/>
            <a:ext cx="160177" cy="168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featpaper-node:437:5130" descr="featpaper-node:437:51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40713" y="1334547"/>
            <a:ext cx="116881" cy="162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featpaper-node:437:5131" descr="featpaper-node:437:51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16852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featpaper-node:437:5132" descr="featpaper-node:437:513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9878" y="1334547"/>
            <a:ext cx="14626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featpaper-node:437:5133" descr="featpaper-node:437:51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2997" y="1334547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featpaper-node:437:5134" descr="featpaper-node:437:513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68493" y="1334547"/>
            <a:ext cx="11348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featpaper-node:437:5135" descr="featpaper-node:437:513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89950" y="1334547"/>
            <a:ext cx="15730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featpaper-node:437:5136" descr="featpaper-node:437:513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53089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62" name="Group 180"/>
          <p:cNvGrpSpPr/>
          <p:nvPr/>
        </p:nvGrpSpPr>
        <p:grpSpPr>
          <a:xfrm>
            <a:off x="1269999" y="11976099"/>
            <a:ext cx="13165460" cy="763906"/>
            <a:chOff x="0" y="0"/>
            <a:chExt cx="13165458" cy="763904"/>
          </a:xfrm>
        </p:grpSpPr>
        <p:pic>
          <p:nvPicPr>
            <p:cNvPr id="253" name="featpaper-node:437:4940" descr="featpaper-node:437:494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2229319" y="204619"/>
              <a:ext cx="274812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4" name="featpaper-node:437:4941" descr="featpaper-node:437:4941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2506982" y="207261"/>
              <a:ext cx="183680" cy="1404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5" name="featpaper-node:437:4942" descr="featpaper-node:437:4942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058067" y="206244"/>
              <a:ext cx="190005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6" name="featpaper-node:437:4943" descr="featpaper-node:437:4943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2730001" y="206244"/>
              <a:ext cx="190203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7" name="featpaper-node:437:4944" descr="featpaper-node:437:4944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2900434" y="204619"/>
              <a:ext cx="265025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8" name="featpaper-node:437:4945" descr="featpaper-node:437:494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1804055" y="203200"/>
              <a:ext cx="219771" cy="1433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9" name="featpaper-node:437:4993" descr="featpaper-node:437:4993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04146" y="139098"/>
              <a:ext cx="103957" cy="2800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0" name="featpaper-node:437:4994" descr="featpaper-node:437:4994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009900" y="50800"/>
              <a:ext cx="468562" cy="4671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1" name="featpaper-node:437:4996" descr="featpaper-node:437:4996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624176" y="86952"/>
              <a:ext cx="170459" cy="183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2" name="featpaper-node:437:4997" descr="featpaper-node:437:4997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822948" y="83089"/>
              <a:ext cx="137531" cy="191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3" name="featpaper-node:437:4998" descr="featpaper-node:437:4998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990715" y="86952"/>
              <a:ext cx="114499" cy="1836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4" name="featpaper-node:437:4999" descr="featpaper-node:437:4999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624486" y="310654"/>
              <a:ext cx="145282" cy="174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5" name="featpaper-node:437:5000" descr="featpaper-node:437:5000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811426" y="310654"/>
              <a:ext cx="142802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6" name="featpaper-node:437:5001" descr="featpaper-node:437:5001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005250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7" name="featpaper-node:437:5002" descr="featpaper-node:437:5002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049688" y="310654"/>
              <a:ext cx="149474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8" name="featpaper-node:437:5003" descr="featpaper-node:437:5003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224449" y="310654"/>
              <a:ext cx="84907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9" name="featpaper-node:437:5004" descr="featpaper-node:437:5004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345298" y="310654"/>
              <a:ext cx="115690" cy="1723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0" name="featpaper-node:437:5005" descr="featpaper-node:437:5005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477779" y="307107"/>
              <a:ext cx="120205" cy="1779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1" name="featpaper-node:437:5006" descr="featpaper-node:437:5006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633714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2" name="featpaper-node:437:5007" descr="featpaper-node:437:5007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679342" y="310654"/>
              <a:ext cx="136030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3" name="featpaper-node:437:5008" descr="featpaper-node:437:5008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830105" y="310654"/>
              <a:ext cx="135596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4" name="featpaper-node:437:5009"/>
            <p:cNvSpPr txBox="1"/>
            <p:nvPr/>
          </p:nvSpPr>
          <p:spPr>
            <a:xfrm>
              <a:off x="3023319" y="635000"/>
              <a:ext cx="102302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Project operator</a:t>
              </a:r>
            </a:p>
          </p:txBody>
        </p:sp>
        <p:sp>
          <p:nvSpPr>
            <p:cNvPr id="275" name="featpaper-node:437:5010"/>
            <p:cNvSpPr txBox="1"/>
            <p:nvPr/>
          </p:nvSpPr>
          <p:spPr>
            <a:xfrm>
              <a:off x="5511800" y="636904"/>
              <a:ext cx="1515539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Partners of the operator</a:t>
              </a:r>
            </a:p>
          </p:txBody>
        </p:sp>
        <p:pic>
          <p:nvPicPr>
            <p:cNvPr id="276" name="featpaper-node:437:5013" descr="featpaper-node:437:5013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619063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7" name="featpaper-node:437:5014" descr="featpaper-node:437:5014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6863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8" name="featpaper-node:437:5015" descr="featpaper-node:437:5015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846522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9" name="featpaper-node:437:5016" descr="featpaper-node:437:5016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990178" y="115583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0" name="featpaper-node:437:5017" descr="featpaper-node:437:5017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132818" y="115583"/>
              <a:ext cx="134504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1" name="featpaper-node:437:5018" descr="featpaper-node:437:5018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28387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2" name="featpaper-node:437:5019" descr="featpaper-node:437:5019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44133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3" name="featpaper-node:437:5020" descr="featpaper-node:437:5020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594284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4" name="featpaper-node:437:5021" descr="featpaper-node:437:5021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737792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5" name="featpaper-node:437:5022" descr="featpaper-node:437:5022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796914" y="112271"/>
              <a:ext cx="165585" cy="122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6" name="featpaper-node:437:5023" descr="featpaper-node:437:5023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9818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7" name="featpaper-node:437:5024" descr="featpaper-node:437:5024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213926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8" name="featpaper-node:437:5025" descr="featpaper-node:437:5025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2316175" y="115584"/>
              <a:ext cx="109526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9" name="featpaper-node:437:5026" descr="featpaper-node:437:5026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60802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0" name="featpaper-node:437:5027" descr="featpaper-node:437:5027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46013" y="314505"/>
              <a:ext cx="127100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1" name="featpaper-node:437:5028" descr="featpaper-node:437:5028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64977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2" name="featpaper-node:437:5029" descr="featpaper-node:437:5029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028960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3" name="featpaper-node:437:5030" descr="featpaper-node:437:5030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192808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4" name="featpaper-node:437:5031" descr="featpaper-node:437:5031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371464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5" name="featpaper-node:437:5032" descr="featpaper-node:437:5032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523243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6" name="featpaper-node:437:5033" descr="featpaper-node:437:5033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700026" y="314505"/>
              <a:ext cx="169367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7" name="featpaper-node:437:5034" descr="featpaper-node:437:5034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897273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8" name="featpaper-node:437:5035" descr="featpaper-node:437:5035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202887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9" name="featpaper-node:437:5037" descr="featpaper-node:437:5037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0" y="-1"/>
              <a:ext cx="551087" cy="546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0" name="featpaper-node:437:5039" descr="featpaper-node:437:5039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11844" y="395250"/>
              <a:ext cx="14325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1" name="featpaper-node:437:5040" descr="featpaper-node:437:5040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303857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2" name="featpaper-node:437:5041" descr="featpaper-node:437:5041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247514" y="186829"/>
              <a:ext cx="56072" cy="955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3" name="featpaper-node:437:5042" descr="featpaper-node:437:5042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16780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4" name="featpaper-node:437:5044" descr="featpaper-node:437:5044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16111" y="364163"/>
              <a:ext cx="66552" cy="59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5" name="featpaper-node:437:5045" descr="featpaper-node:437:5045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20110" y="381570"/>
              <a:ext cx="69187" cy="771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6" name="featpaper-node:437:5046" descr="featpaper-node:437:5046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86916" y="380242"/>
              <a:ext cx="76759" cy="76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7" name="featpaper-node:437:5047" descr="featpaper-node:437:5047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39911" y="323955"/>
              <a:ext cx="72679" cy="441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8" name="featpaper-node:437:5048" descr="featpaper-node:437:5048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288441" y="380093"/>
              <a:ext cx="76461" cy="754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9" name="featpaper-node:437:5049" descr="featpaper-node:437:5049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278866" y="349688"/>
              <a:ext cx="67445" cy="516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0" name="featpaper-node:437:5050" descr="featpaper-node:437:5050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84609" y="369714"/>
              <a:ext cx="40830" cy="57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1" name="featpaper-node:437:5051" descr="featpaper-node:437:5051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236252" y="310579"/>
              <a:ext cx="222797" cy="144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2" name="featpaper-node:437:5053" descr="featpaper-node:437:5053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278730" y="417568"/>
              <a:ext cx="79029" cy="91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3" name="featpaper-node:437:5054" descr="featpaper-node:437:5054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194469" y="417674"/>
              <a:ext cx="79029" cy="914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4" name="featpaper-node:437:5055" descr="featpaper-node:437:5055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206214" y="349727"/>
              <a:ext cx="67445" cy="515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5" name="featpaper-node:437:5056" descr="featpaper-node:437:5056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201972" y="323714"/>
              <a:ext cx="61802" cy="418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6" name="featpaper-node:437:5058" descr="featpaper-node:437:5058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261764" y="314212"/>
              <a:ext cx="52103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7" name="featpaper-node:437:5059" descr="featpaper-node:437:5059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369553" y="364300"/>
              <a:ext cx="66651" cy="594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8" name="featpaper-node:437:5060" descr="featpaper-node:437:5060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364877" y="381576"/>
              <a:ext cx="67110" cy="662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9" name="featpaper-node:437:5061" descr="featpaper-node:437:5061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427248" y="370742"/>
              <a:ext cx="40172" cy="56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0" name="featpaper-node:437:5062" descr="featpaper-node:437:5062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340009" y="324086"/>
              <a:ext cx="70186" cy="44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1" name="featpaper-node:437:5063" descr="featpaper-node:437:5063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306636" y="323564"/>
              <a:ext cx="43446" cy="405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2" name="featpaper-node:437:5065" descr="featpaper-node:437:5065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275394" y="200030"/>
              <a:ext cx="13532" cy="24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3" name="featpaper-node:437:5067" descr="featpaper-node:437:5067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247514" y="230733"/>
              <a:ext cx="47787" cy="51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4" name="featpaper-node:437:5068" descr="featpaper-node:437:5068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13512" y="13387"/>
              <a:ext cx="524068" cy="5193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5" name="featpaper-node:437:5069" descr="featpaper-node:437:5069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9581" y="9500"/>
              <a:ext cx="531907" cy="527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6" name="featpaper-node:437:5070" descr="featpaper-node:437:5070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76839" y="76142"/>
              <a:ext cx="397403" cy="3938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7" name="featpaper-node:437:5071" descr="featpaper-node:437:5071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247067" y="106511"/>
              <a:ext cx="56940" cy="564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8" name="featpaper-node:437:5074" descr="featpaper-node:437:5074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10366921" y="224438"/>
              <a:ext cx="136166" cy="175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9" name="featpaper-node:437:5075" descr="featpaper-node:437:5075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0519718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30" name="featpaper-node:437:5076" descr="featpaper-node:437:5076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634960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31" name="featpaper-node:437:5077" descr="featpaper-node:437:5077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0778480" y="229343"/>
              <a:ext cx="32024" cy="166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32" name="featpaper-node:437:5078" descr="featpaper-node:437:5078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0835692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33" name="featpaper-node:437:5079" descr="featpaper-node:437:5079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10951046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34" name="featpaper-node:437:5080" descr="featpaper-node:437:5080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11081804" y="272770"/>
              <a:ext cx="121990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35" name="featpaper-node:437:5081" descr="featpaper-node:437:5081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1208580" y="268789"/>
              <a:ext cx="125560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36" name="featpaper-node:437:5083" descr="featpaper-node:437:5083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9857259" y="63500"/>
              <a:ext cx="442244" cy="4430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37" name="featpaper-node:437:5084" descr="featpaper-node:437:5084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9933050" y="172120"/>
              <a:ext cx="289670" cy="2258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38" name="featpaper-node:437:5086" descr="featpaper-node:437:5086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7694861" y="89166"/>
              <a:ext cx="265461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39" name="featpaper-node:437:5087" descr="featpaper-node:437:5087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7987506" y="94108"/>
              <a:ext cx="85850" cy="2693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0" name="featpaper-node:437:5088" descr="featpaper-node:437:5088"/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7801359" y="391437"/>
              <a:ext cx="266093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1" name="featpaper-node:437:5089" descr="featpaper-node:437:5089"/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7689155" y="202828"/>
              <a:ext cx="85019" cy="2701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2" name="featpaper-node:437:5090" descr="featpaper-node:437:5090"/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7641940" y="131173"/>
              <a:ext cx="211312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3" name="featpaper-node:437:5091" descr="featpaper-node:437:5091"/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7835131" y="38100"/>
              <a:ext cx="196851" cy="2157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4" name="featpaper-node:437:5092" descr="featpaper-node:437:5092"/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7909259" y="235768"/>
              <a:ext cx="212825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5" name="featpaper-node:437:5093" descr="featpaper-node:437:5093"/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7729711" y="312365"/>
              <a:ext cx="196020" cy="2157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6" name="featpaper-node:437:5094" descr="featpaper-node:437:5094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193075" y="75492"/>
              <a:ext cx="115306" cy="1805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7" name="featpaper-node:437:5095" descr="featpaper-node:437:5095"/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313166" y="128203"/>
              <a:ext cx="87475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8" name="featpaper-node:437:5096" descr="featpaper-node:437:5096"/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407884" y="129028"/>
              <a:ext cx="107343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9" name="featpaper-node:437:5097" descr="featpaper-node:437:5097"/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525669" y="130757"/>
              <a:ext cx="95784" cy="1228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0" name="featpaper-node:437:5098" descr="featpaper-node:437:5098"/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640142" y="79610"/>
              <a:ext cx="96528" cy="1748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1" name="featpaper-node:437:5099" descr="featpaper-node:437:5099"/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879743" y="79611"/>
              <a:ext cx="93391" cy="1747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2" name="featpaper-node:437:5100" descr="featpaper-node:437:5100"/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741780" y="106113"/>
              <a:ext cx="126443" cy="1696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3" name="featpaper-node:437:5101" descr="featpaper-node:437:5101"/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8194563" y="298697"/>
              <a:ext cx="155836" cy="186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4" name="featpaper-node:437:5102" descr="featpaper-node:437:5102"/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8375762" y="353057"/>
              <a:ext cx="10311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5" name="featpaper-node:437:5103" descr="featpaper-node:437:5103"/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8489801" y="352064"/>
              <a:ext cx="108373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6" name="featpaper-node:437:5104" descr="featpaper-node:437:5104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860967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7" name="featpaper-node:437:5105" descr="featpaper-node:437:5105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724069" y="352233"/>
              <a:ext cx="181360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8" name="featpaper-node:437:5106" descr="featpaper-node:437:5106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893006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9" name="featpaper-node:437:5107" descr="featpaper-node:437:5107"/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9043640" y="353057"/>
              <a:ext cx="11230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60" name="featpaper-node:437:5108" descr="featpaper-node:437:5108"/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9172202" y="318460"/>
              <a:ext cx="80877" cy="1640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61" name="Picture 292" descr="Picture 292"/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5518525" y="50800"/>
              <a:ext cx="1617681" cy="4778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63" name="TextBox 362"/>
          <p:cNvSpPr txBox="1"/>
          <p:nvPr/>
        </p:nvSpPr>
        <p:spPr>
          <a:xfrm>
            <a:off x="1282700" y="4292600"/>
            <a:ext cx="5214621" cy="4264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Three station loops</a:t>
            </a:r>
          </a:p>
          <a:p/>
          <a:p/>
          <a:p/>
          <a:p>
            <a:r>
              <a:rPr sz="1400" b="0"/>
              <a:t>1. Telemetry</a:t>
            </a:r>
          </a:p>
          <a:p>
            <a:r>
              <a:rPr sz="1400" b="0"/>
              <a:t>sensors → Arduino → RS-485 → collector → DBMS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6858000" y="4292600"/>
            <a:ext cx="5214621" cy="4264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2. LAN</a:t>
            </a:r>
          </a:p>
          <a:p/>
          <a:p/>
          <a:p/>
          <a:p>
            <a:r>
              <a:rPr sz="1400" b="0"/>
              <a:t>station server &amp; dashboard → operator workstations</a:t>
            </a:r>
          </a:p>
          <a:p>
            <a:r>
              <a:rPr sz="1400" b="0"/>
              <a:t/>
            </a:r>
          </a:p>
          <a:p>
            <a:r>
              <a:rPr sz="1400" b="0"/>
              <a:t>Labels: local bus · network · RF link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2382500" y="4292600"/>
            <a:ext cx="5214621" cy="4264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3. Radio</a:t>
            </a:r>
          </a:p>
          <a:p/>
          <a:p>
            <a:r>
              <a:rPr sz="1400" b="0"/>
              <a:t>station (LoRa / Yagi) ↔ RF ↔ Control Center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17932400" y="4292600"/>
            <a:ext cx="5214621" cy="4264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Note</a:t>
            </a:r>
          </a:p>
          <a:p/>
          <a:p/>
          <a:p/>
          <a:p>
            <a:r>
              <a:rPr sz="1400" b="0"/>
              <a:t>Wired telemetry and the radio link are separate data paths.</a:t>
            </a:r>
          </a:p>
          <a:p>
            <a:r>
              <a:rPr sz="1400" b="0"/>
              <a:t/>
            </a:r>
          </a:p>
          <a:p>
            <a:r>
              <a:rPr sz="1400" b="0"/>
              <a:t>Visual: overview block diagram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featpaper-node:437:5784" descr="featpaper-node:437:57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5" name="featpaper-node:437:5311" descr="featpaper-node:437:53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6800"/>
            <a:ext cx="381000" cy="8661400"/>
          </a:xfrm>
          <a:prstGeom prst="rect">
            <a:avLst/>
          </a:prstGeom>
          <a:ln w="12700">
            <a:miter lim="400000"/>
          </a:ln>
        </p:spPr>
      </p:pic>
      <p:sp>
        <p:nvSpPr>
          <p:cNvPr id="366" name="featpaper-node:437:5312"/>
          <p:cNvSpPr txBox="1"/>
          <p:nvPr/>
        </p:nvSpPr>
        <p:spPr>
          <a:xfrm>
            <a:off x="12827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Deploying telemetry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>
            <a:r>
              <a:rPr sz="1400" b="0"/>
              <a:t>• Arduino nodes with sensors on a shared RS-485 bus</a:t>
            </a:r>
          </a:p>
          <a:p>
            <a:r>
              <a:rPr sz="1400" b="0"/>
              <a:t>• USB–RS485 adapter → PC running tlmtry-collector</a:t>
            </a:r>
          </a:p>
        </p:txBody>
      </p:sp>
      <p:sp>
        <p:nvSpPr>
          <p:cNvPr id="367" name="featpaper-node:437:5313"/>
          <p:cNvSpPr txBox="1"/>
          <p:nvPr/>
        </p:nvSpPr>
        <p:spPr>
          <a:xfrm>
            <a:off x="68580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Discovery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>
            <a:r>
              <a:rPr sz="1400" b="0"/>
              <a:t>• DISCOVER — device reports its manifest (metrics, poll interval)</a:t>
            </a:r>
          </a:p>
          <a:p>
            <a:r>
              <a:rPr sz="1400" b="0"/>
              <a:t>• Device address range 1…100</a:t>
            </a:r>
          </a:p>
        </p:txBody>
      </p:sp>
      <p:sp>
        <p:nvSpPr>
          <p:cNvPr id="368" name="featpaper-node:437:5314"/>
          <p:cNvSpPr txBox="1"/>
          <p:nvPr/>
        </p:nvSpPr>
        <p:spPr>
          <a:xfrm>
            <a:off x="123825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Polling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>
            <a:r>
              <a:rPr sz="1400" b="0"/>
              <a:t>• READ — periodic polling; values stored in the database</a:t>
            </a:r>
          </a:p>
          <a:p>
            <a:r>
              <a:rPr sz="1400" b="0"/>
              <a:t>• Each device can use its own poll interval</a:t>
            </a:r>
          </a:p>
        </p:txBody>
      </p:sp>
      <p:sp>
        <p:nvSpPr>
          <p:cNvPr id="369" name="featpaper-node:437:5315"/>
          <p:cNvSpPr txBox="1"/>
          <p:nvPr/>
        </p:nvSpPr>
        <p:spPr>
          <a:xfrm>
            <a:off x="179324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Result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/>
          <a:p>
            <a:r>
              <a:rPr sz="1400" b="0"/>
              <a:t>• Status shows addresses, online state, and sample count</a:t>
            </a:r>
          </a:p>
          <a:p>
            <a:r>
              <a:rPr sz="1400" b="0"/>
              <a:t/>
            </a:r>
          </a:p>
          <a:p>
            <a:r>
              <a:rPr sz="1400" b="0"/>
              <a:t>Visual: RS-485 bus sketch + status screenshot</a:t>
            </a:r>
          </a:p>
        </p:txBody>
      </p:sp>
      <p:pic>
        <p:nvPicPr>
          <p:cNvPr id="370" name="featpaper-node:437:5316" descr="featpaper-node:437:53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9499600"/>
            <a:ext cx="76200" cy="1295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featpaper-node:437:5317"/>
          <p:cNvSpPr txBox="1"/>
          <p:nvPr/>
        </p:nvSpPr>
        <p:spPr>
          <a:xfrm>
            <a:off x="1663700" y="9499600"/>
            <a:ext cx="4389121" cy="1299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3400"/>
              </a:lnSpc>
              <a:defRPr sz="3100" b="1">
                <a:solidFill>
                  <a:srgbClr val="FF531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pPr>
            <a:r>
              <a:rPr sz="1400" b="1"/>
              <a:t>Keywords:</a:t>
            </a:r>
          </a:p>
          <a:p>
            <a:pPr>
              <a:lnSpc>
                <a:spcPts val="3400"/>
              </a:lnSpc>
              <a:defRPr sz="3100" b="1">
                <a:solidFill>
                  <a:srgbClr val="FF531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pPr>
          </a:p>
          <a:p/>
          <a:p>
            <a:r>
              <a:rPr sz="1400" b="0"/>
              <a:t>RS-485, Arduino, sensors</a:t>
            </a:r>
          </a:p>
        </p:txBody>
      </p:sp>
      <p:sp>
        <p:nvSpPr>
          <p:cNvPr id="372" name="featpaper-node:437:5318"/>
          <p:cNvSpPr txBox="1"/>
          <p:nvPr/>
        </p:nvSpPr>
        <p:spPr>
          <a:xfrm>
            <a:off x="1333499" y="3000824"/>
            <a:ext cx="7651076" cy="576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ts val="4500"/>
              </a:lnSpc>
              <a:defRPr sz="4100" b="1">
                <a:solidFill>
                  <a:srgbClr val="FFFFF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t>Entering the base. Deployment</a:t>
            </a:r>
          </a:p>
        </p:txBody>
      </p:sp>
      <p:pic>
        <p:nvPicPr>
          <p:cNvPr id="373" name="featpaper-node:437:5321" descr="featpaper-node:437:53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1270000"/>
            <a:ext cx="2705100" cy="431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featpaper-node:437:5323" descr="featpaper-node:437:53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130300"/>
            <a:ext cx="2794000" cy="86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featpaper-node:437:5325" descr="featpaper-node:437:53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170" y="1336376"/>
            <a:ext cx="518034" cy="300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376" name="featpaper-node:437:5326" descr="featpaper-node:437:53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0242" y="1546590"/>
            <a:ext cx="504243" cy="215393"/>
          </a:xfrm>
          <a:prstGeom prst="rect">
            <a:avLst/>
          </a:prstGeom>
          <a:ln w="12700">
            <a:miter lim="400000"/>
          </a:ln>
        </p:spPr>
      </p:pic>
      <p:pic>
        <p:nvPicPr>
          <p:cNvPr id="377" name="featpaper-node:437:5327" descr="featpaper-node:437:53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4700" y="1600509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8" name="featpaper-node:437:5328" descr="featpaper-node:437:53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1861" y="1598072"/>
            <a:ext cx="148197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379" name="featpaper-node:437:5329" descr="featpaper-node:437:53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214" y="1600818"/>
            <a:ext cx="15761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0" name="featpaper-node:437:5330" descr="featpaper-node:437:53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2543" y="1600509"/>
            <a:ext cx="134504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1" name="featpaper-node:437:5331" descr="featpaper-node:437:53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8336" y="1597161"/>
            <a:ext cx="138548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382" name="featpaper-node:437:5332" descr="featpaper-node:437:53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1984" y="1334547"/>
            <a:ext cx="134504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3" name="featpaper-node:437:5333" descr="featpaper-node:437:53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74919" y="1331806"/>
            <a:ext cx="160177" cy="168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4" name="featpaper-node:437:5334" descr="featpaper-node:437:53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40713" y="1334547"/>
            <a:ext cx="116881" cy="162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385" name="featpaper-node:437:5335" descr="featpaper-node:437:533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16852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6" name="featpaper-node:437:5336" descr="featpaper-node:437:53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9878" y="1334547"/>
            <a:ext cx="14626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" name="featpaper-node:437:5337" descr="featpaper-node:437:53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997" y="1334547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388" name="featpaper-node:437:5338" descr="featpaper-node:437:53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8493" y="1334547"/>
            <a:ext cx="11348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9" name="featpaper-node:437:5339" descr="featpaper-node:437:533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89950" y="1334547"/>
            <a:ext cx="15730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0" name="featpaper-node:437:5340" descr="featpaper-node:437:53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53089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00" name="Group 183"/>
          <p:cNvGrpSpPr/>
          <p:nvPr/>
        </p:nvGrpSpPr>
        <p:grpSpPr>
          <a:xfrm>
            <a:off x="1269999" y="11976099"/>
            <a:ext cx="13165460" cy="763906"/>
            <a:chOff x="0" y="0"/>
            <a:chExt cx="13165458" cy="763904"/>
          </a:xfrm>
        </p:grpSpPr>
        <p:pic>
          <p:nvPicPr>
            <p:cNvPr id="391" name="featpaper-node:437:4940" descr="featpaper-node:437:494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2229319" y="204619"/>
              <a:ext cx="274812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2" name="featpaper-node:437:4941" descr="featpaper-node:437:4941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506982" y="207261"/>
              <a:ext cx="183680" cy="1404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3" name="featpaper-node:437:4942" descr="featpaper-node:437:4942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2058067" y="206244"/>
              <a:ext cx="190005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4" name="featpaper-node:437:4943" descr="featpaper-node:437:4943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2730001" y="206244"/>
              <a:ext cx="190203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5" name="featpaper-node:437:4944" descr="featpaper-node:437:494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2900434" y="204619"/>
              <a:ext cx="265025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6" name="featpaper-node:437:4945" descr="featpaper-node:437:4945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1804055" y="203200"/>
              <a:ext cx="219771" cy="1433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7" name="featpaper-node:437:4993" descr="featpaper-node:437:4993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204146" y="139098"/>
              <a:ext cx="103957" cy="2800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8" name="featpaper-node:437:4994" descr="featpaper-node:437:499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009900" y="50800"/>
              <a:ext cx="468562" cy="4671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9" name="featpaper-node:437:4996" descr="featpaper-node:437:4996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624176" y="86952"/>
              <a:ext cx="170459" cy="183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0" name="featpaper-node:437:4997" descr="featpaper-node:437:4997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822948" y="83089"/>
              <a:ext cx="137531" cy="191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1" name="featpaper-node:437:4998" descr="featpaper-node:437:4998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990715" y="86952"/>
              <a:ext cx="114499" cy="1836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2" name="featpaper-node:437:4999" descr="featpaper-node:437:4999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624486" y="310654"/>
              <a:ext cx="145282" cy="174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3" name="featpaper-node:437:5000" descr="featpaper-node:437:5000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3811426" y="310654"/>
              <a:ext cx="142802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4" name="featpaper-node:437:5001" descr="featpaper-node:437:5001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005250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5" name="featpaper-node:437:5002" descr="featpaper-node:437:5002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049688" y="310654"/>
              <a:ext cx="149474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6" name="featpaper-node:437:5003" descr="featpaper-node:437:5003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224449" y="310654"/>
              <a:ext cx="84907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7" name="featpaper-node:437:5004" descr="featpaper-node:437:5004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345298" y="310654"/>
              <a:ext cx="115690" cy="1723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8" name="featpaper-node:437:5005" descr="featpaper-node:437:5005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477779" y="307107"/>
              <a:ext cx="120205" cy="1779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9" name="featpaper-node:437:5006" descr="featpaper-node:437:5006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633714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0" name="featpaper-node:437:5007" descr="featpaper-node:437:5007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679342" y="310654"/>
              <a:ext cx="136030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1" name="featpaper-node:437:5008" descr="featpaper-node:437:5008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4830105" y="310654"/>
              <a:ext cx="135596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12" name="featpaper-node:437:5009"/>
            <p:cNvSpPr txBox="1"/>
            <p:nvPr/>
          </p:nvSpPr>
          <p:spPr>
            <a:xfrm>
              <a:off x="3023319" y="635000"/>
              <a:ext cx="102302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Project operator</a:t>
              </a:r>
            </a:p>
          </p:txBody>
        </p:sp>
        <p:sp>
          <p:nvSpPr>
            <p:cNvPr id="413" name="featpaper-node:437:5010"/>
            <p:cNvSpPr txBox="1"/>
            <p:nvPr/>
          </p:nvSpPr>
          <p:spPr>
            <a:xfrm>
              <a:off x="5511800" y="636904"/>
              <a:ext cx="1515539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Partners of the operator</a:t>
              </a:r>
            </a:p>
          </p:txBody>
        </p:sp>
        <p:pic>
          <p:nvPicPr>
            <p:cNvPr id="414" name="featpaper-node:437:5013" descr="featpaper-node:437:5013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619063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5" name="featpaper-node:437:5014" descr="featpaper-node:437:5014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6863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6" name="featpaper-node:437:5015" descr="featpaper-node:437:5015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846522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7" name="featpaper-node:437:5016" descr="featpaper-node:437:5016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990178" y="115583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8" name="featpaper-node:437:5017" descr="featpaper-node:437:5017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132818" y="115583"/>
              <a:ext cx="134504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9" name="featpaper-node:437:5018" descr="featpaper-node:437:5018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28387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0" name="featpaper-node:437:5019" descr="featpaper-node:437:5019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44133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1" name="featpaper-node:437:5020" descr="featpaper-node:437:5020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594284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2" name="featpaper-node:437:5021" descr="featpaper-node:437:5021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737792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3" name="featpaper-node:437:5022" descr="featpaper-node:437:5022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1796914" y="112271"/>
              <a:ext cx="165585" cy="122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4" name="featpaper-node:437:5023" descr="featpaper-node:437:5023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9818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5" name="featpaper-node:437:5024" descr="featpaper-node:437:5024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213926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6" name="featpaper-node:437:5025" descr="featpaper-node:437:5025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2316175" y="115584"/>
              <a:ext cx="109526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7" name="featpaper-node:437:5026" descr="featpaper-node:437:5026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60802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8" name="featpaper-node:437:5027" descr="featpaper-node:437:5027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746013" y="314505"/>
              <a:ext cx="127100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9" name="featpaper-node:437:5028" descr="featpaper-node:437:5028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864977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0" name="featpaper-node:437:5029" descr="featpaper-node:437:5029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028960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1" name="featpaper-node:437:5030" descr="featpaper-node:437:5030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192808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2" name="featpaper-node:437:5031" descr="featpaper-node:437:5031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371464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3" name="featpaper-node:437:5032" descr="featpaper-node:437:5032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523243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4" name="featpaper-node:437:5033" descr="featpaper-node:437:5033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700026" y="314505"/>
              <a:ext cx="169367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5" name="featpaper-node:437:5034" descr="featpaper-node:437:5034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897273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6" name="featpaper-node:437:5035" descr="featpaper-node:437:5035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202887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7" name="featpaper-node:437:5037" descr="featpaper-node:437:5037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0" y="-1"/>
              <a:ext cx="551087" cy="546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8" name="featpaper-node:437:5039" descr="featpaper-node:437:5039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11844" y="395250"/>
              <a:ext cx="14325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9" name="featpaper-node:437:5040" descr="featpaper-node:437:5040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303857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0" name="featpaper-node:437:5041" descr="featpaper-node:437:5041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247514" y="186829"/>
              <a:ext cx="56072" cy="955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1" name="featpaper-node:437:5042" descr="featpaper-node:437:5042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16780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2" name="featpaper-node:437:5044" descr="featpaper-node:437:5044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16111" y="364163"/>
              <a:ext cx="66552" cy="59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3" name="featpaper-node:437:5045" descr="featpaper-node:437:5045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20110" y="381570"/>
              <a:ext cx="69187" cy="771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4" name="featpaper-node:437:5046" descr="featpaper-node:437:5046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86916" y="380242"/>
              <a:ext cx="76759" cy="76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5" name="featpaper-node:437:5047" descr="featpaper-node:437:5047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139911" y="323955"/>
              <a:ext cx="72679" cy="441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6" name="featpaper-node:437:5048" descr="featpaper-node:437:5048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288441" y="380093"/>
              <a:ext cx="76461" cy="754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7" name="featpaper-node:437:5049" descr="featpaper-node:437:5049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278866" y="349688"/>
              <a:ext cx="67445" cy="516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8" name="featpaper-node:437:5050" descr="featpaper-node:437:5050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84609" y="369714"/>
              <a:ext cx="40830" cy="57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9" name="featpaper-node:437:5051" descr="featpaper-node:437:5051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236252" y="310579"/>
              <a:ext cx="222797" cy="144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0" name="featpaper-node:437:5053" descr="featpaper-node:437:5053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278730" y="417568"/>
              <a:ext cx="79029" cy="91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1" name="featpaper-node:437:5054" descr="featpaper-node:437:5054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94469" y="417674"/>
              <a:ext cx="79029" cy="914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2" name="featpaper-node:437:5055" descr="featpaper-node:437:5055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206214" y="349727"/>
              <a:ext cx="67445" cy="515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3" name="featpaper-node:437:5056" descr="featpaper-node:437:5056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201972" y="323714"/>
              <a:ext cx="61802" cy="418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4" name="featpaper-node:437:5058" descr="featpaper-node:437:5058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261764" y="314212"/>
              <a:ext cx="52103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5" name="featpaper-node:437:5059" descr="featpaper-node:437:5059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369553" y="364300"/>
              <a:ext cx="66651" cy="594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6" name="featpaper-node:437:5060" descr="featpaper-node:437:5060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364877" y="381576"/>
              <a:ext cx="67110" cy="662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7" name="featpaper-node:437:5061" descr="featpaper-node:437:5061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427248" y="370742"/>
              <a:ext cx="40172" cy="56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8" name="featpaper-node:437:5062" descr="featpaper-node:437:5062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340009" y="324086"/>
              <a:ext cx="70186" cy="44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9" name="featpaper-node:437:5063" descr="featpaper-node:437:5063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306636" y="323564"/>
              <a:ext cx="43446" cy="405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60" name="featpaper-node:437:5065" descr="featpaper-node:437:5065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275394" y="200030"/>
              <a:ext cx="13532" cy="24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61" name="featpaper-node:437:5067" descr="featpaper-node:437:5067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247514" y="230733"/>
              <a:ext cx="47787" cy="51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62" name="featpaper-node:437:5068" descr="featpaper-node:437:5068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13512" y="13387"/>
              <a:ext cx="524068" cy="5193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63" name="featpaper-node:437:5069" descr="featpaper-node:437:5069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9581" y="9500"/>
              <a:ext cx="531907" cy="527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64" name="featpaper-node:437:5070" descr="featpaper-node:437:5070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76839" y="76142"/>
              <a:ext cx="397403" cy="3938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65" name="featpaper-node:437:5071" descr="featpaper-node:437:5071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247067" y="106511"/>
              <a:ext cx="56940" cy="564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66" name="featpaper-node:437:5074" descr="featpaper-node:437:5074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0366921" y="224438"/>
              <a:ext cx="136166" cy="175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67" name="featpaper-node:437:5075" descr="featpaper-node:437:5075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519718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68" name="featpaper-node:437:5076" descr="featpaper-node:437:5076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0634960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69" name="featpaper-node:437:5077" descr="featpaper-node:437:5077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10778480" y="229343"/>
              <a:ext cx="32024" cy="166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0" name="featpaper-node:437:5078" descr="featpaper-node:437:5078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835692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1" name="featpaper-node:437:5079" descr="featpaper-node:437:5079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10951046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2" name="featpaper-node:437:5080" descr="featpaper-node:437:5080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11081804" y="272770"/>
              <a:ext cx="121990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3" name="featpaper-node:437:5081" descr="featpaper-node:437:5081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1208580" y="268789"/>
              <a:ext cx="125560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4" name="featpaper-node:437:5083" descr="featpaper-node:437:5083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9857259" y="63500"/>
              <a:ext cx="442244" cy="4430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5" name="featpaper-node:437:5084" descr="featpaper-node:437:5084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9933050" y="172120"/>
              <a:ext cx="289670" cy="2258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6" name="featpaper-node:437:5086" descr="featpaper-node:437:5086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7694861" y="89166"/>
              <a:ext cx="265461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7" name="featpaper-node:437:5087" descr="featpaper-node:437:5087"/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7987506" y="94108"/>
              <a:ext cx="85850" cy="2693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8" name="featpaper-node:437:5088" descr="featpaper-node:437:5088"/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7801359" y="391437"/>
              <a:ext cx="266093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9" name="featpaper-node:437:5089" descr="featpaper-node:437:5089"/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7689155" y="202828"/>
              <a:ext cx="85019" cy="2701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0" name="featpaper-node:437:5090" descr="featpaper-node:437:5090"/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7641940" y="131173"/>
              <a:ext cx="211312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1" name="featpaper-node:437:5091" descr="featpaper-node:437:5091"/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7835131" y="38100"/>
              <a:ext cx="196851" cy="2157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2" name="featpaper-node:437:5092" descr="featpaper-node:437:5092"/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7909259" y="235768"/>
              <a:ext cx="212825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3" name="featpaper-node:437:5093" descr="featpaper-node:437:5093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7729711" y="312365"/>
              <a:ext cx="196020" cy="2157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4" name="featpaper-node:437:5094" descr="featpaper-node:437:5094"/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193075" y="75492"/>
              <a:ext cx="115306" cy="1805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5" name="featpaper-node:437:5095" descr="featpaper-node:437:5095"/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313166" y="128203"/>
              <a:ext cx="87475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6" name="featpaper-node:437:5096" descr="featpaper-node:437:5096"/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407884" y="129028"/>
              <a:ext cx="107343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7" name="featpaper-node:437:5097" descr="featpaper-node:437:5097"/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25669" y="130757"/>
              <a:ext cx="95784" cy="1228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8" name="featpaper-node:437:5098" descr="featpaper-node:437:5098"/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640142" y="79610"/>
              <a:ext cx="96528" cy="1748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9" name="featpaper-node:437:5099" descr="featpaper-node:437:5099"/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879743" y="79611"/>
              <a:ext cx="93391" cy="1747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0" name="featpaper-node:437:5100" descr="featpaper-node:437:5100"/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8741780" y="106113"/>
              <a:ext cx="126443" cy="1696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1" name="featpaper-node:437:5101" descr="featpaper-node:437:5101"/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8194563" y="298697"/>
              <a:ext cx="155836" cy="186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2" name="featpaper-node:437:5102" descr="featpaper-node:437:5102"/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8375762" y="353057"/>
              <a:ext cx="10311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3" name="featpaper-node:437:5103" descr="featpaper-node:437:5103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8489801" y="352064"/>
              <a:ext cx="108373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4" name="featpaper-node:437:5104" descr="featpaper-node:437:5104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60967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5" name="featpaper-node:437:5105" descr="featpaper-node:437:5105"/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8724069" y="352233"/>
              <a:ext cx="181360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6" name="featpaper-node:437:5106" descr="featpaper-node:437:5106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93006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7" name="featpaper-node:437:5107" descr="featpaper-node:437:5107"/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9043640" y="353057"/>
              <a:ext cx="11230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8" name="featpaper-node:437:5108" descr="featpaper-node:437:5108"/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9172202" y="318460"/>
              <a:ext cx="80877" cy="1640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9" name="Picture 295" descr="Picture 295"/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5518525" y="50800"/>
              <a:ext cx="1617681" cy="4778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featpaper-node:437:5784" descr="featpaper-node:437:57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" name="featpaper-node:437:5311" descr="featpaper-node:437:53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6800"/>
            <a:ext cx="381000" cy="8661400"/>
          </a:xfrm>
          <a:prstGeom prst="rect">
            <a:avLst/>
          </a:prstGeom>
          <a:ln w="12700">
            <a:miter lim="400000"/>
          </a:ln>
        </p:spPr>
      </p:pic>
      <p:sp>
        <p:nvSpPr>
          <p:cNvPr id="504" name="featpaper-node:437:5312"/>
          <p:cNvSpPr txBox="1"/>
          <p:nvPr/>
        </p:nvSpPr>
        <p:spPr>
          <a:xfrm>
            <a:off x="12827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DBMS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>
            <a:r>
              <a:rPr sz="1400" b="0"/>
              <a:t>• Primary store: SQLite or PostgreSQL</a:t>
            </a:r>
          </a:p>
          <a:p>
            <a:r>
              <a:rPr sz="1400" b="0"/>
              <a:t>• Tables: devices → metrics → samples</a:t>
            </a:r>
          </a:p>
        </p:txBody>
      </p:sp>
      <p:sp>
        <p:nvSpPr>
          <p:cNvPr id="505" name="featpaper-node:437:5313"/>
          <p:cNvSpPr txBox="1"/>
          <p:nvPr/>
        </p:nvSpPr>
        <p:spPr>
          <a:xfrm>
            <a:off x="68580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Read path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/>
          <a:p>
            <a:r>
              <a:rPr sz="1400" b="0"/>
              <a:t>• CLI: tlmtry-collector status</a:t>
            </a:r>
          </a:p>
          <a:p>
            <a:r>
              <a:rPr sz="1400" b="0"/>
              <a:t>• SQL queries / JOINs</a:t>
            </a:r>
          </a:p>
          <a:p>
            <a:r>
              <a:rPr sz="1400" b="0"/>
              <a:t>• Python: Storage API or SQLAlchemy</a:t>
            </a:r>
          </a:p>
        </p:txBody>
      </p:sp>
      <p:sp>
        <p:nvSpPr>
          <p:cNvPr id="506" name="featpaper-node:437:5314"/>
          <p:cNvSpPr txBox="1"/>
          <p:nvPr/>
        </p:nvSpPr>
        <p:spPr>
          <a:xfrm>
            <a:off x="123825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LAN and dashboard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/>
          <a:p>
            <a:r>
              <a:rPr sz="1400" b="0"/>
              <a:t>• Station monitoring dashboard — browser over LAN</a:t>
            </a:r>
          </a:p>
          <a:p>
            <a:r>
              <a:rPr sz="1400" b="0"/>
              <a:t>• From a workstation: host URL and UI port</a:t>
            </a:r>
          </a:p>
          <a:p>
            <a:r>
              <a:rPr sz="1400" b="0"/>
              <a:t>• PostgreSQL (if used): port 5432</a:t>
            </a:r>
          </a:p>
        </p:txBody>
      </p:sp>
      <p:sp>
        <p:nvSpPr>
          <p:cNvPr id="507" name="featpaper-node:437:5315"/>
          <p:cNvSpPr txBox="1"/>
          <p:nvPr/>
        </p:nvSpPr>
        <p:spPr>
          <a:xfrm>
            <a:off x="179324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Same data everywhere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/>
          <a:p>
            <a:r>
              <a:rPr sz="1400" b="0"/>
              <a:t>• Charts show the same samples as in the DB</a:t>
            </a:r>
          </a:p>
          <a:p>
            <a:r>
              <a:rPr sz="1400" b="0"/>
              <a:t/>
            </a:r>
          </a:p>
          <a:p>
            <a:r>
              <a:rPr sz="1400" b="0"/>
              <a:t>Visual: mini ER + station dashboard</a:t>
            </a:r>
          </a:p>
        </p:txBody>
      </p:sp>
      <p:pic>
        <p:nvPicPr>
          <p:cNvPr id="508" name="featpaper-node:437:5316" descr="featpaper-node:437:53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9499600"/>
            <a:ext cx="76200" cy="1295400"/>
          </a:xfrm>
          <a:prstGeom prst="rect">
            <a:avLst/>
          </a:prstGeom>
          <a:ln w="12700">
            <a:miter lim="400000"/>
          </a:ln>
        </p:spPr>
      </p:pic>
      <p:sp>
        <p:nvSpPr>
          <p:cNvPr id="509" name="featpaper-node:437:5317"/>
          <p:cNvSpPr txBox="1"/>
          <p:nvPr/>
        </p:nvSpPr>
        <p:spPr>
          <a:xfrm>
            <a:off x="1663700" y="9499600"/>
            <a:ext cx="4389121" cy="1299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3400"/>
              </a:lnSpc>
              <a:defRPr sz="3100" b="1">
                <a:solidFill>
                  <a:srgbClr val="FF531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pPr>
            <a:r>
              <a:rPr sz="1400" b="1"/>
              <a:t>Keywords:</a:t>
            </a:r>
          </a:p>
          <a:p>
            <a:pPr>
              <a:lnSpc>
                <a:spcPts val="3400"/>
              </a:lnSpc>
              <a:defRPr sz="3100" b="1">
                <a:solidFill>
                  <a:srgbClr val="FF531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pPr>
          </a:p>
          <a:p>
            <a:pPr>
              <a:lnSpc>
                <a:spcPts val="3400"/>
              </a:lnSpc>
              <a:defRPr sz="3100" b="1">
                <a:solidFill>
                  <a:srgbClr val="FF531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pPr>
          </a:p>
          <a:p/>
          <a:p>
            <a:r>
              <a:rPr sz="1400" b="0"/>
              <a:t>Database, LAN, TCP/IP</a:t>
            </a:r>
          </a:p>
        </p:txBody>
      </p:sp>
      <p:sp>
        <p:nvSpPr>
          <p:cNvPr id="510" name="featpaper-node:437:5318"/>
          <p:cNvSpPr txBox="1"/>
          <p:nvPr/>
        </p:nvSpPr>
        <p:spPr>
          <a:xfrm>
            <a:off x="1333500" y="3000824"/>
            <a:ext cx="13642938" cy="576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ts val="4500"/>
              </a:lnSpc>
              <a:defRPr sz="4100" b="1">
                <a:solidFill>
                  <a:srgbClr val="FFFFF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t>Managing and accessing telemetry servers. Dashboard</a:t>
            </a:r>
          </a:p>
        </p:txBody>
      </p:sp>
      <p:pic>
        <p:nvPicPr>
          <p:cNvPr id="511" name="featpaper-node:437:5321" descr="featpaper-node:437:53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1270000"/>
            <a:ext cx="2705100" cy="431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" name="featpaper-node:437:5323" descr="featpaper-node:437:53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130300"/>
            <a:ext cx="2794000" cy="86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" name="featpaper-node:437:5325" descr="featpaper-node:437:53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170" y="1336376"/>
            <a:ext cx="518034" cy="300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" name="featpaper-node:437:5326" descr="featpaper-node:437:53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0242" y="1546590"/>
            <a:ext cx="504243" cy="21539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" name="featpaper-node:437:5327" descr="featpaper-node:437:53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4700" y="1600509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6" name="featpaper-node:437:5328" descr="featpaper-node:437:53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1861" y="1598072"/>
            <a:ext cx="148197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517" name="featpaper-node:437:5329" descr="featpaper-node:437:53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214" y="1600818"/>
            <a:ext cx="15761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" name="featpaper-node:437:5330" descr="featpaper-node:437:53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2543" y="1600509"/>
            <a:ext cx="134504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9" name="featpaper-node:437:5331" descr="featpaper-node:437:53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8336" y="1597161"/>
            <a:ext cx="138548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" name="featpaper-node:437:5332" descr="featpaper-node:437:53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1984" y="1334547"/>
            <a:ext cx="134504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" name="featpaper-node:437:5333" descr="featpaper-node:437:53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74919" y="1331806"/>
            <a:ext cx="160177" cy="168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" name="featpaper-node:437:5334" descr="featpaper-node:437:53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40713" y="1334547"/>
            <a:ext cx="116881" cy="162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" name="featpaper-node:437:5335" descr="featpaper-node:437:533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16852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" name="featpaper-node:437:5336" descr="featpaper-node:437:53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9878" y="1334547"/>
            <a:ext cx="14626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" name="featpaper-node:437:5337" descr="featpaper-node:437:53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997" y="1334547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26" name="featpaper-node:437:5338" descr="featpaper-node:437:53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8493" y="1334547"/>
            <a:ext cx="11348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7" name="featpaper-node:437:5339" descr="featpaper-node:437:533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89950" y="1334547"/>
            <a:ext cx="15730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8" name="featpaper-node:437:5340" descr="featpaper-node:437:53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53089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38" name="Group 183"/>
          <p:cNvGrpSpPr/>
          <p:nvPr/>
        </p:nvGrpSpPr>
        <p:grpSpPr>
          <a:xfrm>
            <a:off x="1269999" y="11976099"/>
            <a:ext cx="13165460" cy="763906"/>
            <a:chOff x="0" y="0"/>
            <a:chExt cx="13165458" cy="763904"/>
          </a:xfrm>
        </p:grpSpPr>
        <p:pic>
          <p:nvPicPr>
            <p:cNvPr id="529" name="featpaper-node:437:4940" descr="featpaper-node:437:494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2229319" y="204619"/>
              <a:ext cx="274812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0" name="featpaper-node:437:4941" descr="featpaper-node:437:4941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506982" y="207261"/>
              <a:ext cx="183680" cy="1404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1" name="featpaper-node:437:4942" descr="featpaper-node:437:4942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2058067" y="206244"/>
              <a:ext cx="190005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2" name="featpaper-node:437:4943" descr="featpaper-node:437:4943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2730001" y="206244"/>
              <a:ext cx="190203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3" name="featpaper-node:437:4944" descr="featpaper-node:437:494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2900434" y="204619"/>
              <a:ext cx="265025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4" name="featpaper-node:437:4945" descr="featpaper-node:437:4945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1804055" y="203200"/>
              <a:ext cx="219771" cy="1433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5" name="featpaper-node:437:4993" descr="featpaper-node:437:4993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204146" y="139098"/>
              <a:ext cx="103957" cy="2800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6" name="featpaper-node:437:4994" descr="featpaper-node:437:499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009900" y="50800"/>
              <a:ext cx="468562" cy="4671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7" name="featpaper-node:437:4996" descr="featpaper-node:437:4996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624176" y="86952"/>
              <a:ext cx="170459" cy="183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8" name="featpaper-node:437:4997" descr="featpaper-node:437:4997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822948" y="83089"/>
              <a:ext cx="137531" cy="191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9" name="featpaper-node:437:4998" descr="featpaper-node:437:4998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990715" y="86952"/>
              <a:ext cx="114499" cy="1836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0" name="featpaper-node:437:4999" descr="featpaper-node:437:4999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624486" y="310654"/>
              <a:ext cx="145282" cy="174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1" name="featpaper-node:437:5000" descr="featpaper-node:437:5000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3811426" y="310654"/>
              <a:ext cx="142802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2" name="featpaper-node:437:5001" descr="featpaper-node:437:5001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005250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3" name="featpaper-node:437:5002" descr="featpaper-node:437:5002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049688" y="310654"/>
              <a:ext cx="149474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4" name="featpaper-node:437:5003" descr="featpaper-node:437:5003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224449" y="310654"/>
              <a:ext cx="84907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5" name="featpaper-node:437:5004" descr="featpaper-node:437:5004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345298" y="310654"/>
              <a:ext cx="115690" cy="1723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6" name="featpaper-node:437:5005" descr="featpaper-node:437:5005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477779" y="307107"/>
              <a:ext cx="120205" cy="1779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7" name="featpaper-node:437:5006" descr="featpaper-node:437:5006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633714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8" name="featpaper-node:437:5007" descr="featpaper-node:437:5007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679342" y="310654"/>
              <a:ext cx="136030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9" name="featpaper-node:437:5008" descr="featpaper-node:437:5008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4830105" y="310654"/>
              <a:ext cx="135596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0" name="featpaper-node:437:5009"/>
            <p:cNvSpPr txBox="1"/>
            <p:nvPr/>
          </p:nvSpPr>
          <p:spPr>
            <a:xfrm>
              <a:off x="3023319" y="635000"/>
              <a:ext cx="102302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Project operator</a:t>
              </a:r>
            </a:p>
          </p:txBody>
        </p:sp>
        <p:sp>
          <p:nvSpPr>
            <p:cNvPr id="551" name="featpaper-node:437:5010"/>
            <p:cNvSpPr txBox="1"/>
            <p:nvPr/>
          </p:nvSpPr>
          <p:spPr>
            <a:xfrm>
              <a:off x="5511800" y="636904"/>
              <a:ext cx="1515539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Partners of the operator</a:t>
              </a:r>
            </a:p>
          </p:txBody>
        </p:sp>
        <p:pic>
          <p:nvPicPr>
            <p:cNvPr id="552" name="featpaper-node:437:5013" descr="featpaper-node:437:5013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619063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3" name="featpaper-node:437:5014" descr="featpaper-node:437:5014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6863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4" name="featpaper-node:437:5015" descr="featpaper-node:437:5015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846522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5" name="featpaper-node:437:5016" descr="featpaper-node:437:5016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990178" y="115583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6" name="featpaper-node:437:5017" descr="featpaper-node:437:5017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132818" y="115583"/>
              <a:ext cx="134504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7" name="featpaper-node:437:5018" descr="featpaper-node:437:5018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28387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8" name="featpaper-node:437:5019" descr="featpaper-node:437:5019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44133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9" name="featpaper-node:437:5020" descr="featpaper-node:437:5020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594284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0" name="featpaper-node:437:5021" descr="featpaper-node:437:5021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737792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1" name="featpaper-node:437:5022" descr="featpaper-node:437:5022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1796914" y="112271"/>
              <a:ext cx="165585" cy="122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2" name="featpaper-node:437:5023" descr="featpaper-node:437:5023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9818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3" name="featpaper-node:437:5024" descr="featpaper-node:437:5024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213926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4" name="featpaper-node:437:5025" descr="featpaper-node:437:5025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2316175" y="115584"/>
              <a:ext cx="109526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5" name="featpaper-node:437:5026" descr="featpaper-node:437:5026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60802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6" name="featpaper-node:437:5027" descr="featpaper-node:437:5027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746013" y="314505"/>
              <a:ext cx="127100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7" name="featpaper-node:437:5028" descr="featpaper-node:437:5028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864977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8" name="featpaper-node:437:5029" descr="featpaper-node:437:5029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028960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9" name="featpaper-node:437:5030" descr="featpaper-node:437:5030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192808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0" name="featpaper-node:437:5031" descr="featpaper-node:437:5031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371464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1" name="featpaper-node:437:5032" descr="featpaper-node:437:5032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523243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2" name="featpaper-node:437:5033" descr="featpaper-node:437:5033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700026" y="314505"/>
              <a:ext cx="169367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3" name="featpaper-node:437:5034" descr="featpaper-node:437:5034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897273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4" name="featpaper-node:437:5035" descr="featpaper-node:437:5035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202887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5" name="featpaper-node:437:5037" descr="featpaper-node:437:5037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0" y="-1"/>
              <a:ext cx="551087" cy="546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6" name="featpaper-node:437:5039" descr="featpaper-node:437:5039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11844" y="395250"/>
              <a:ext cx="14325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7" name="featpaper-node:437:5040" descr="featpaper-node:437:5040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303857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8" name="featpaper-node:437:5041" descr="featpaper-node:437:5041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247514" y="186829"/>
              <a:ext cx="56072" cy="955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9" name="featpaper-node:437:5042" descr="featpaper-node:437:5042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16780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0" name="featpaper-node:437:5044" descr="featpaper-node:437:5044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16111" y="364163"/>
              <a:ext cx="66552" cy="59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1" name="featpaper-node:437:5045" descr="featpaper-node:437:5045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20110" y="381570"/>
              <a:ext cx="69187" cy="771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2" name="featpaper-node:437:5046" descr="featpaper-node:437:5046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86916" y="380242"/>
              <a:ext cx="76759" cy="76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3" name="featpaper-node:437:5047" descr="featpaper-node:437:5047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139911" y="323955"/>
              <a:ext cx="72679" cy="441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4" name="featpaper-node:437:5048" descr="featpaper-node:437:5048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288441" y="380093"/>
              <a:ext cx="76461" cy="754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5" name="featpaper-node:437:5049" descr="featpaper-node:437:5049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278866" y="349688"/>
              <a:ext cx="67445" cy="516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6" name="featpaper-node:437:5050" descr="featpaper-node:437:5050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84609" y="369714"/>
              <a:ext cx="40830" cy="57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7" name="featpaper-node:437:5051" descr="featpaper-node:437:5051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236252" y="310579"/>
              <a:ext cx="222797" cy="144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8" name="featpaper-node:437:5053" descr="featpaper-node:437:5053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278730" y="417568"/>
              <a:ext cx="79029" cy="91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9" name="featpaper-node:437:5054" descr="featpaper-node:437:5054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94469" y="417674"/>
              <a:ext cx="79029" cy="914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0" name="featpaper-node:437:5055" descr="featpaper-node:437:5055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206214" y="349727"/>
              <a:ext cx="67445" cy="515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1" name="featpaper-node:437:5056" descr="featpaper-node:437:5056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201972" y="323714"/>
              <a:ext cx="61802" cy="418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2" name="featpaper-node:437:5058" descr="featpaper-node:437:5058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261764" y="314212"/>
              <a:ext cx="52103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3" name="featpaper-node:437:5059" descr="featpaper-node:437:5059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369553" y="364300"/>
              <a:ext cx="66651" cy="594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4" name="featpaper-node:437:5060" descr="featpaper-node:437:5060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364877" y="381576"/>
              <a:ext cx="67110" cy="662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5" name="featpaper-node:437:5061" descr="featpaper-node:437:5061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427248" y="370742"/>
              <a:ext cx="40172" cy="56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6" name="featpaper-node:437:5062" descr="featpaper-node:437:5062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340009" y="324086"/>
              <a:ext cx="70186" cy="44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7" name="featpaper-node:437:5063" descr="featpaper-node:437:5063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306636" y="323564"/>
              <a:ext cx="43446" cy="405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8" name="featpaper-node:437:5065" descr="featpaper-node:437:5065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275394" y="200030"/>
              <a:ext cx="13532" cy="24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9" name="featpaper-node:437:5067" descr="featpaper-node:437:5067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247514" y="230733"/>
              <a:ext cx="47787" cy="51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0" name="featpaper-node:437:5068" descr="featpaper-node:437:5068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13512" y="13387"/>
              <a:ext cx="524068" cy="5193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1" name="featpaper-node:437:5069" descr="featpaper-node:437:5069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9581" y="9500"/>
              <a:ext cx="531907" cy="527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2" name="featpaper-node:437:5070" descr="featpaper-node:437:5070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76839" y="76142"/>
              <a:ext cx="397403" cy="3938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3" name="featpaper-node:437:5071" descr="featpaper-node:437:5071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247067" y="106511"/>
              <a:ext cx="56940" cy="564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4" name="featpaper-node:437:5074" descr="featpaper-node:437:5074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0366921" y="224438"/>
              <a:ext cx="136166" cy="175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5" name="featpaper-node:437:5075" descr="featpaper-node:437:5075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519718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6" name="featpaper-node:437:5076" descr="featpaper-node:437:5076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0634960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7" name="featpaper-node:437:5077" descr="featpaper-node:437:5077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10778480" y="229343"/>
              <a:ext cx="32024" cy="166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8" name="featpaper-node:437:5078" descr="featpaper-node:437:5078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835692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9" name="featpaper-node:437:5079" descr="featpaper-node:437:5079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10951046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10" name="featpaper-node:437:5080" descr="featpaper-node:437:5080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11081804" y="272770"/>
              <a:ext cx="121990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11" name="featpaper-node:437:5081" descr="featpaper-node:437:5081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1208580" y="268789"/>
              <a:ext cx="125560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12" name="featpaper-node:437:5083" descr="featpaper-node:437:5083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9857259" y="63500"/>
              <a:ext cx="442244" cy="4430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13" name="featpaper-node:437:5084" descr="featpaper-node:437:5084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9933050" y="172120"/>
              <a:ext cx="289670" cy="2258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14" name="featpaper-node:437:5086" descr="featpaper-node:437:5086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7694861" y="89166"/>
              <a:ext cx="265461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15" name="featpaper-node:437:5087" descr="featpaper-node:437:5087"/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7987506" y="94108"/>
              <a:ext cx="85850" cy="2693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16" name="featpaper-node:437:5088" descr="featpaper-node:437:5088"/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7801359" y="391437"/>
              <a:ext cx="266093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17" name="featpaper-node:437:5089" descr="featpaper-node:437:5089"/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7689155" y="202828"/>
              <a:ext cx="85019" cy="2701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18" name="featpaper-node:437:5090" descr="featpaper-node:437:5090"/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7641940" y="131173"/>
              <a:ext cx="211312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19" name="featpaper-node:437:5091" descr="featpaper-node:437:5091"/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7835131" y="38100"/>
              <a:ext cx="196851" cy="2157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0" name="featpaper-node:437:5092" descr="featpaper-node:437:5092"/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7909259" y="235768"/>
              <a:ext cx="212825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1" name="featpaper-node:437:5093" descr="featpaper-node:437:5093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7729711" y="312365"/>
              <a:ext cx="196020" cy="2157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2" name="featpaper-node:437:5094" descr="featpaper-node:437:5094"/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193075" y="75492"/>
              <a:ext cx="115306" cy="1805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3" name="featpaper-node:437:5095" descr="featpaper-node:437:5095"/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313166" y="128203"/>
              <a:ext cx="87475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4" name="featpaper-node:437:5096" descr="featpaper-node:437:5096"/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407884" y="129028"/>
              <a:ext cx="107343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5" name="featpaper-node:437:5097" descr="featpaper-node:437:5097"/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25669" y="130757"/>
              <a:ext cx="95784" cy="1228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6" name="featpaper-node:437:5098" descr="featpaper-node:437:5098"/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640142" y="79610"/>
              <a:ext cx="96528" cy="1748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7" name="featpaper-node:437:5099" descr="featpaper-node:437:5099"/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879743" y="79611"/>
              <a:ext cx="93391" cy="1747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8" name="featpaper-node:437:5100" descr="featpaper-node:437:5100"/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8741780" y="106113"/>
              <a:ext cx="126443" cy="1696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9" name="featpaper-node:437:5101" descr="featpaper-node:437:5101"/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8194563" y="298697"/>
              <a:ext cx="155836" cy="186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30" name="featpaper-node:437:5102" descr="featpaper-node:437:5102"/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8375762" y="353057"/>
              <a:ext cx="10311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31" name="featpaper-node:437:5103" descr="featpaper-node:437:5103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8489801" y="352064"/>
              <a:ext cx="108373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32" name="featpaper-node:437:5104" descr="featpaper-node:437:5104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60967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33" name="featpaper-node:437:5105" descr="featpaper-node:437:5105"/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8724069" y="352233"/>
              <a:ext cx="181360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34" name="featpaper-node:437:5106" descr="featpaper-node:437:5106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93006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35" name="featpaper-node:437:5107" descr="featpaper-node:437:5107"/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9043640" y="353057"/>
              <a:ext cx="11230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36" name="featpaper-node:437:5108" descr="featpaper-node:437:5108"/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9172202" y="318460"/>
              <a:ext cx="80877" cy="1640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37" name="Picture 295" descr="Picture 295"/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5518525" y="50800"/>
              <a:ext cx="1617681" cy="4778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featpaper-node:437:6178" descr="featpaper-node:437:61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1" name="featpaper-node:437:5311" descr="featpaper-node:437:53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6800"/>
            <a:ext cx="381000" cy="8661400"/>
          </a:xfrm>
          <a:prstGeom prst="rect">
            <a:avLst/>
          </a:prstGeom>
          <a:ln w="12700">
            <a:miter lim="400000"/>
          </a:ln>
        </p:spPr>
      </p:pic>
      <p:sp>
        <p:nvSpPr>
          <p:cNvPr id="642" name="featpaper-node:437:5312"/>
          <p:cNvSpPr txBox="1"/>
          <p:nvPr/>
        </p:nvSpPr>
        <p:spPr>
          <a:xfrm>
            <a:off x="12827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RF hardware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>
            <a:r>
              <a:rPr sz="1400" b="0"/>
              <a:t>• LoRa modem + directional Yagi antenna</a:t>
            </a:r>
          </a:p>
          <a:p>
            <a:r>
              <a:rPr sz="1400" b="0"/>
              <a:t>• UHF band operation</a:t>
            </a:r>
          </a:p>
        </p:txBody>
      </p:sp>
      <p:sp>
        <p:nvSpPr>
          <p:cNvPr id="643" name="featpaper-node:437:5313"/>
          <p:cNvSpPr txBox="1"/>
          <p:nvPr/>
        </p:nvSpPr>
        <p:spPr>
          <a:xfrm>
            <a:off x="68580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Antenna setup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>
            <a:r>
              <a:rPr sz="1400" b="0"/>
              <a:t>• Connect the antenna securely</a:t>
            </a:r>
          </a:p>
          <a:p>
            <a:r>
              <a:rPr sz="1400" b="0"/>
              <a:t>• Aim it using the radiation pattern (main lobe)</a:t>
            </a:r>
          </a:p>
        </p:txBody>
      </p:sp>
      <p:sp>
        <p:nvSpPr>
          <p:cNvPr id="644" name="featpaper-node:437:5314"/>
          <p:cNvSpPr txBox="1"/>
          <p:nvPr/>
        </p:nvSpPr>
        <p:spPr>
          <a:xfrm>
            <a:off x="123825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Propagation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>
            <a:r>
              <a:rPr sz="1400" b="0"/>
              <a:t>• Prefer line of sight</a:t>
            </a:r>
          </a:p>
          <a:p>
            <a:r>
              <a:rPr sz="1400" b="0"/>
              <a:t>• Watch obstacles and beam direction</a:t>
            </a:r>
          </a:p>
        </p:txBody>
      </p:sp>
      <p:sp>
        <p:nvSpPr>
          <p:cNvPr id="645" name="featpaper-node:437:5315"/>
          <p:cNvSpPr txBox="1"/>
          <p:nvPr/>
        </p:nvSpPr>
        <p:spPr>
          <a:xfrm>
            <a:off x="179324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Sessions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/>
          <a:p/>
          <a:p/>
          <a:p>
            <a:r>
              <a:rPr sz="1400" b="0"/>
              <a:t>• Start a T-session / RS-session</a:t>
            </a:r>
          </a:p>
          <a:p>
            <a:r>
              <a:rPr sz="1400" b="0"/>
              <a:t>• Confirm the session is active</a:t>
            </a:r>
          </a:p>
          <a:p>
            <a:r>
              <a:rPr sz="1400" b="0"/>
              <a:t/>
            </a:r>
          </a:p>
          <a:p>
            <a:r>
              <a:rPr sz="1400" b="0"/>
              <a:t>Note: RF loop ≠ RS-485 telemetry bus</a:t>
            </a:r>
          </a:p>
          <a:p>
            <a:r>
              <a:rPr sz="1400" b="0"/>
              <a:t>Visual: Yagi photo + pattern diagram</a:t>
            </a:r>
          </a:p>
        </p:txBody>
      </p:sp>
      <p:pic>
        <p:nvPicPr>
          <p:cNvPr id="646" name="featpaper-node:437:5316" descr="featpaper-node:437:53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9499600"/>
            <a:ext cx="76200" cy="1295400"/>
          </a:xfrm>
          <a:prstGeom prst="rect">
            <a:avLst/>
          </a:prstGeom>
          <a:ln w="12700">
            <a:miter lim="400000"/>
          </a:ln>
        </p:spPr>
      </p:pic>
      <p:sp>
        <p:nvSpPr>
          <p:cNvPr id="647" name="featpaper-node:437:5317"/>
          <p:cNvSpPr txBox="1"/>
          <p:nvPr/>
        </p:nvSpPr>
        <p:spPr>
          <a:xfrm>
            <a:off x="1663700" y="9499600"/>
            <a:ext cx="4389121" cy="1299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3400"/>
              </a:lnSpc>
              <a:defRPr sz="3100" b="1">
                <a:solidFill>
                  <a:srgbClr val="FF531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pPr>
            <a:r>
              <a:rPr sz="1400" b="1"/>
              <a:t>Keywords:</a:t>
            </a:r>
          </a:p>
          <a:p>
            <a:pPr>
              <a:lnSpc>
                <a:spcPts val="3400"/>
              </a:lnSpc>
              <a:defRPr sz="3100" b="1">
                <a:solidFill>
                  <a:srgbClr val="FF531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pPr>
          </a:p>
          <a:p/>
          <a:p>
            <a:r>
              <a:rPr sz="1400" b="0"/>
              <a:t>LoRa, Yagi, UHF, signal propagation</a:t>
            </a:r>
          </a:p>
        </p:txBody>
      </p:sp>
      <p:sp>
        <p:nvSpPr>
          <p:cNvPr id="648" name="featpaper-node:437:5318"/>
          <p:cNvSpPr txBox="1"/>
          <p:nvPr/>
        </p:nvSpPr>
        <p:spPr>
          <a:xfrm>
            <a:off x="1333500" y="3000824"/>
            <a:ext cx="20063973" cy="576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ts val="4500"/>
              </a:lnSpc>
              <a:defRPr sz="4100" b="1">
                <a:solidFill>
                  <a:srgbClr val="FFFFF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t>Establishing communication. Installing the antenna. T-sessions and RS-sessions</a:t>
            </a:r>
          </a:p>
        </p:txBody>
      </p:sp>
      <p:pic>
        <p:nvPicPr>
          <p:cNvPr id="649" name="featpaper-node:437:5321" descr="featpaper-node:437:53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1270000"/>
            <a:ext cx="2705100" cy="431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650" name="featpaper-node:437:5323" descr="featpaper-node:437:53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130300"/>
            <a:ext cx="2794000" cy="86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51" name="featpaper-node:437:5325" descr="featpaper-node:437:53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170" y="1336376"/>
            <a:ext cx="518034" cy="300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2" name="featpaper-node:437:5326" descr="featpaper-node:437:53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0242" y="1546590"/>
            <a:ext cx="504243" cy="21539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3" name="featpaper-node:437:5327" descr="featpaper-node:437:53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4700" y="1600509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654" name="featpaper-node:437:5328" descr="featpaper-node:437:53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1861" y="1598072"/>
            <a:ext cx="148197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55" name="featpaper-node:437:5329" descr="featpaper-node:437:53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214" y="1600818"/>
            <a:ext cx="15761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656" name="featpaper-node:437:5330" descr="featpaper-node:437:53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2543" y="1600509"/>
            <a:ext cx="134504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657" name="featpaper-node:437:5331" descr="featpaper-node:437:53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8336" y="1597161"/>
            <a:ext cx="138548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58" name="featpaper-node:437:5332" descr="featpaper-node:437:53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1984" y="1334547"/>
            <a:ext cx="134504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659" name="featpaper-node:437:5333" descr="featpaper-node:437:53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74919" y="1331806"/>
            <a:ext cx="160177" cy="168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0" name="featpaper-node:437:5334" descr="featpaper-node:437:53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40713" y="1334547"/>
            <a:ext cx="116881" cy="162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661" name="featpaper-node:437:5335" descr="featpaper-node:437:533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16852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2" name="featpaper-node:437:5336" descr="featpaper-node:437:53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9878" y="1334547"/>
            <a:ext cx="14626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featpaper-node:437:5337" descr="featpaper-node:437:53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997" y="1334547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4" name="featpaper-node:437:5338" descr="featpaper-node:437:53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8493" y="1334547"/>
            <a:ext cx="11348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5" name="featpaper-node:437:5339" descr="featpaper-node:437:533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89950" y="1334547"/>
            <a:ext cx="15730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6" name="featpaper-node:437:5340" descr="featpaper-node:437:53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53089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76" name="Group 183"/>
          <p:cNvGrpSpPr/>
          <p:nvPr/>
        </p:nvGrpSpPr>
        <p:grpSpPr>
          <a:xfrm>
            <a:off x="1269999" y="11976099"/>
            <a:ext cx="13165460" cy="763906"/>
            <a:chOff x="0" y="0"/>
            <a:chExt cx="13165458" cy="763904"/>
          </a:xfrm>
        </p:grpSpPr>
        <p:pic>
          <p:nvPicPr>
            <p:cNvPr id="667" name="featpaper-node:437:4940" descr="featpaper-node:437:494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2229319" y="204619"/>
              <a:ext cx="274812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8" name="featpaper-node:437:4941" descr="featpaper-node:437:4941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506982" y="207261"/>
              <a:ext cx="183680" cy="1404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9" name="featpaper-node:437:4942" descr="featpaper-node:437:4942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2058067" y="206244"/>
              <a:ext cx="190005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70" name="featpaper-node:437:4943" descr="featpaper-node:437:4943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2730001" y="206244"/>
              <a:ext cx="190203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71" name="featpaper-node:437:4944" descr="featpaper-node:437:494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2900434" y="204619"/>
              <a:ext cx="265025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72" name="featpaper-node:437:4945" descr="featpaper-node:437:4945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1804055" y="203200"/>
              <a:ext cx="219771" cy="1433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73" name="featpaper-node:437:4993" descr="featpaper-node:437:4993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204146" y="139098"/>
              <a:ext cx="103957" cy="2800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74" name="featpaper-node:437:4994" descr="featpaper-node:437:499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009900" y="50800"/>
              <a:ext cx="468562" cy="4671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75" name="featpaper-node:437:4996" descr="featpaper-node:437:4996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624176" y="86952"/>
              <a:ext cx="170459" cy="183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76" name="featpaper-node:437:4997" descr="featpaper-node:437:4997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822948" y="83089"/>
              <a:ext cx="137531" cy="191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77" name="featpaper-node:437:4998" descr="featpaper-node:437:4998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990715" y="86952"/>
              <a:ext cx="114499" cy="1836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78" name="featpaper-node:437:4999" descr="featpaper-node:437:4999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624486" y="310654"/>
              <a:ext cx="145282" cy="174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79" name="featpaper-node:437:5000" descr="featpaper-node:437:5000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3811426" y="310654"/>
              <a:ext cx="142802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80" name="featpaper-node:437:5001" descr="featpaper-node:437:5001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005250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81" name="featpaper-node:437:5002" descr="featpaper-node:437:5002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049688" y="310654"/>
              <a:ext cx="149474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82" name="featpaper-node:437:5003" descr="featpaper-node:437:5003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224449" y="310654"/>
              <a:ext cx="84907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83" name="featpaper-node:437:5004" descr="featpaper-node:437:5004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345298" y="310654"/>
              <a:ext cx="115690" cy="1723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84" name="featpaper-node:437:5005" descr="featpaper-node:437:5005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477779" y="307107"/>
              <a:ext cx="120205" cy="1779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85" name="featpaper-node:437:5006" descr="featpaper-node:437:5006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633714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86" name="featpaper-node:437:5007" descr="featpaper-node:437:5007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679342" y="310654"/>
              <a:ext cx="136030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87" name="featpaper-node:437:5008" descr="featpaper-node:437:5008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4830105" y="310654"/>
              <a:ext cx="135596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88" name="featpaper-node:437:5009"/>
            <p:cNvSpPr txBox="1"/>
            <p:nvPr/>
          </p:nvSpPr>
          <p:spPr>
            <a:xfrm>
              <a:off x="3023319" y="635000"/>
              <a:ext cx="102302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Project operator</a:t>
              </a:r>
            </a:p>
          </p:txBody>
        </p:sp>
        <p:sp>
          <p:nvSpPr>
            <p:cNvPr id="689" name="featpaper-node:437:5010"/>
            <p:cNvSpPr txBox="1"/>
            <p:nvPr/>
          </p:nvSpPr>
          <p:spPr>
            <a:xfrm>
              <a:off x="5511800" y="636904"/>
              <a:ext cx="1515539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Partners of the operator</a:t>
              </a:r>
            </a:p>
          </p:txBody>
        </p:sp>
        <p:pic>
          <p:nvPicPr>
            <p:cNvPr id="690" name="featpaper-node:437:5013" descr="featpaper-node:437:5013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619063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91" name="featpaper-node:437:5014" descr="featpaper-node:437:5014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6863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92" name="featpaper-node:437:5015" descr="featpaper-node:437:5015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846522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93" name="featpaper-node:437:5016" descr="featpaper-node:437:5016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990178" y="115583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94" name="featpaper-node:437:5017" descr="featpaper-node:437:5017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132818" y="115583"/>
              <a:ext cx="134504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95" name="featpaper-node:437:5018" descr="featpaper-node:437:5018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28387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96" name="featpaper-node:437:5019" descr="featpaper-node:437:5019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44133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97" name="featpaper-node:437:5020" descr="featpaper-node:437:5020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594284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98" name="featpaper-node:437:5021" descr="featpaper-node:437:5021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737792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99" name="featpaper-node:437:5022" descr="featpaper-node:437:5022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1796914" y="112271"/>
              <a:ext cx="165585" cy="122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0" name="featpaper-node:437:5023" descr="featpaper-node:437:5023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9818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1" name="featpaper-node:437:5024" descr="featpaper-node:437:5024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213926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2" name="featpaper-node:437:5025" descr="featpaper-node:437:5025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2316175" y="115584"/>
              <a:ext cx="109526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3" name="featpaper-node:437:5026" descr="featpaper-node:437:5026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60802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4" name="featpaper-node:437:5027" descr="featpaper-node:437:5027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746013" y="314505"/>
              <a:ext cx="127100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5" name="featpaper-node:437:5028" descr="featpaper-node:437:5028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864977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6" name="featpaper-node:437:5029" descr="featpaper-node:437:5029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028960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7" name="featpaper-node:437:5030" descr="featpaper-node:437:5030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192808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8" name="featpaper-node:437:5031" descr="featpaper-node:437:5031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371464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9" name="featpaper-node:437:5032" descr="featpaper-node:437:5032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523243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10" name="featpaper-node:437:5033" descr="featpaper-node:437:5033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700026" y="314505"/>
              <a:ext cx="169367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11" name="featpaper-node:437:5034" descr="featpaper-node:437:5034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897273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12" name="featpaper-node:437:5035" descr="featpaper-node:437:5035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202887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13" name="featpaper-node:437:5037" descr="featpaper-node:437:5037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0" y="-1"/>
              <a:ext cx="551087" cy="546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14" name="featpaper-node:437:5039" descr="featpaper-node:437:5039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11844" y="395250"/>
              <a:ext cx="14325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15" name="featpaper-node:437:5040" descr="featpaper-node:437:5040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303857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16" name="featpaper-node:437:5041" descr="featpaper-node:437:5041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247514" y="186829"/>
              <a:ext cx="56072" cy="955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17" name="featpaper-node:437:5042" descr="featpaper-node:437:5042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16780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18" name="featpaper-node:437:5044" descr="featpaper-node:437:5044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16111" y="364163"/>
              <a:ext cx="66552" cy="59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19" name="featpaper-node:437:5045" descr="featpaper-node:437:5045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20110" y="381570"/>
              <a:ext cx="69187" cy="771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20" name="featpaper-node:437:5046" descr="featpaper-node:437:5046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86916" y="380242"/>
              <a:ext cx="76759" cy="76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21" name="featpaper-node:437:5047" descr="featpaper-node:437:5047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139911" y="323955"/>
              <a:ext cx="72679" cy="441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22" name="featpaper-node:437:5048" descr="featpaper-node:437:5048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288441" y="380093"/>
              <a:ext cx="76461" cy="754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23" name="featpaper-node:437:5049" descr="featpaper-node:437:5049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278866" y="349688"/>
              <a:ext cx="67445" cy="516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24" name="featpaper-node:437:5050" descr="featpaper-node:437:5050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84609" y="369714"/>
              <a:ext cx="40830" cy="57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25" name="featpaper-node:437:5051" descr="featpaper-node:437:5051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236252" y="310579"/>
              <a:ext cx="222797" cy="144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26" name="featpaper-node:437:5053" descr="featpaper-node:437:5053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278730" y="417568"/>
              <a:ext cx="79029" cy="91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27" name="featpaper-node:437:5054" descr="featpaper-node:437:5054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94469" y="417674"/>
              <a:ext cx="79029" cy="914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28" name="featpaper-node:437:5055" descr="featpaper-node:437:5055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206214" y="349727"/>
              <a:ext cx="67445" cy="515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29" name="featpaper-node:437:5056" descr="featpaper-node:437:5056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201972" y="323714"/>
              <a:ext cx="61802" cy="418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30" name="featpaper-node:437:5058" descr="featpaper-node:437:5058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261764" y="314212"/>
              <a:ext cx="52103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31" name="featpaper-node:437:5059" descr="featpaper-node:437:5059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369553" y="364300"/>
              <a:ext cx="66651" cy="594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32" name="featpaper-node:437:5060" descr="featpaper-node:437:5060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364877" y="381576"/>
              <a:ext cx="67110" cy="662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33" name="featpaper-node:437:5061" descr="featpaper-node:437:5061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427248" y="370742"/>
              <a:ext cx="40172" cy="56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34" name="featpaper-node:437:5062" descr="featpaper-node:437:5062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340009" y="324086"/>
              <a:ext cx="70186" cy="44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35" name="featpaper-node:437:5063" descr="featpaper-node:437:5063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306636" y="323564"/>
              <a:ext cx="43446" cy="405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36" name="featpaper-node:437:5065" descr="featpaper-node:437:5065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275394" y="200030"/>
              <a:ext cx="13532" cy="24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37" name="featpaper-node:437:5067" descr="featpaper-node:437:5067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247514" y="230733"/>
              <a:ext cx="47787" cy="51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38" name="featpaper-node:437:5068" descr="featpaper-node:437:5068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13512" y="13387"/>
              <a:ext cx="524068" cy="5193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39" name="featpaper-node:437:5069" descr="featpaper-node:437:5069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9581" y="9500"/>
              <a:ext cx="531907" cy="527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0" name="featpaper-node:437:5070" descr="featpaper-node:437:5070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76839" y="76142"/>
              <a:ext cx="397403" cy="3938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1" name="featpaper-node:437:5071" descr="featpaper-node:437:5071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247067" y="106511"/>
              <a:ext cx="56940" cy="564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2" name="featpaper-node:437:5074" descr="featpaper-node:437:5074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0366921" y="224438"/>
              <a:ext cx="136166" cy="175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3" name="featpaper-node:437:5075" descr="featpaper-node:437:5075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519718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4" name="featpaper-node:437:5076" descr="featpaper-node:437:5076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0634960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5" name="featpaper-node:437:5077" descr="featpaper-node:437:5077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10778480" y="229343"/>
              <a:ext cx="32024" cy="166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6" name="featpaper-node:437:5078" descr="featpaper-node:437:5078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835692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7" name="featpaper-node:437:5079" descr="featpaper-node:437:5079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10951046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8" name="featpaper-node:437:5080" descr="featpaper-node:437:5080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11081804" y="272770"/>
              <a:ext cx="121990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9" name="featpaper-node:437:5081" descr="featpaper-node:437:5081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1208580" y="268789"/>
              <a:ext cx="125560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0" name="featpaper-node:437:5083" descr="featpaper-node:437:5083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9857259" y="63500"/>
              <a:ext cx="442244" cy="4430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1" name="featpaper-node:437:5084" descr="featpaper-node:437:5084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9933050" y="172120"/>
              <a:ext cx="289670" cy="2258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2" name="featpaper-node:437:5086" descr="featpaper-node:437:5086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7694861" y="89166"/>
              <a:ext cx="265461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3" name="featpaper-node:437:5087" descr="featpaper-node:437:5087"/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7987506" y="94108"/>
              <a:ext cx="85850" cy="2693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4" name="featpaper-node:437:5088" descr="featpaper-node:437:5088"/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7801359" y="391437"/>
              <a:ext cx="266093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5" name="featpaper-node:437:5089" descr="featpaper-node:437:5089"/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7689155" y="202828"/>
              <a:ext cx="85019" cy="2701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6" name="featpaper-node:437:5090" descr="featpaper-node:437:5090"/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7641940" y="131173"/>
              <a:ext cx="211312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7" name="featpaper-node:437:5091" descr="featpaper-node:437:5091"/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7835131" y="38100"/>
              <a:ext cx="196851" cy="2157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8" name="featpaper-node:437:5092" descr="featpaper-node:437:5092"/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7909259" y="235768"/>
              <a:ext cx="212825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9" name="featpaper-node:437:5093" descr="featpaper-node:437:5093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7729711" y="312365"/>
              <a:ext cx="196020" cy="2157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0" name="featpaper-node:437:5094" descr="featpaper-node:437:5094"/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193075" y="75492"/>
              <a:ext cx="115306" cy="1805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1" name="featpaper-node:437:5095" descr="featpaper-node:437:5095"/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313166" y="128203"/>
              <a:ext cx="87475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2" name="featpaper-node:437:5096" descr="featpaper-node:437:5096"/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407884" y="129028"/>
              <a:ext cx="107343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3" name="featpaper-node:437:5097" descr="featpaper-node:437:5097"/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25669" y="130757"/>
              <a:ext cx="95784" cy="1228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4" name="featpaper-node:437:5098" descr="featpaper-node:437:5098"/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640142" y="79610"/>
              <a:ext cx="96528" cy="1748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5" name="featpaper-node:437:5099" descr="featpaper-node:437:5099"/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879743" y="79611"/>
              <a:ext cx="93391" cy="1747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6" name="featpaper-node:437:5100" descr="featpaper-node:437:5100"/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8741780" y="106113"/>
              <a:ext cx="126443" cy="1696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7" name="featpaper-node:437:5101" descr="featpaper-node:437:5101"/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8194563" y="298697"/>
              <a:ext cx="155836" cy="186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8" name="featpaper-node:437:5102" descr="featpaper-node:437:5102"/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8375762" y="353057"/>
              <a:ext cx="10311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9" name="featpaper-node:437:5103" descr="featpaper-node:437:5103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8489801" y="352064"/>
              <a:ext cx="108373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70" name="featpaper-node:437:5104" descr="featpaper-node:437:5104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60967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71" name="featpaper-node:437:5105" descr="featpaper-node:437:5105"/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8724069" y="352233"/>
              <a:ext cx="181360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72" name="featpaper-node:437:5106" descr="featpaper-node:437:5106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93006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73" name="featpaper-node:437:5107" descr="featpaper-node:437:5107"/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9043640" y="353057"/>
              <a:ext cx="11230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74" name="featpaper-node:437:5108" descr="featpaper-node:437:5108"/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9172202" y="318460"/>
              <a:ext cx="80877" cy="1640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75" name="Picture 295" descr="Picture 295"/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5518525" y="50800"/>
              <a:ext cx="1617681" cy="4778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featpaper-node:437:5310" descr="featpaper-node:437:53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79" name="featpaper-node:437:5311" descr="featpaper-node:437:53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6800"/>
            <a:ext cx="381000" cy="8661400"/>
          </a:xfrm>
          <a:prstGeom prst="rect">
            <a:avLst/>
          </a:prstGeom>
          <a:ln w="12700">
            <a:miter lim="400000"/>
          </a:ln>
        </p:spPr>
      </p:pic>
      <p:sp>
        <p:nvSpPr>
          <p:cNvPr id="780" name="featpaper-node:437:5312"/>
          <p:cNvSpPr txBox="1"/>
          <p:nvPr/>
        </p:nvSpPr>
        <p:spPr>
          <a:xfrm>
            <a:off x="12827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Port monitor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>
            <a:r>
              <a:rPr sz="1400" b="0"/>
              <a:t>• Station-side raw / service traffic on the link</a:t>
            </a:r>
          </a:p>
        </p:txBody>
      </p:sp>
      <p:sp>
        <p:nvSpPr>
          <p:cNvPr id="781" name="featpaper-node:437:5313"/>
          <p:cNvSpPr txBox="1"/>
          <p:nvPr/>
        </p:nvSpPr>
        <p:spPr>
          <a:xfrm>
            <a:off x="68580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Exchange workflow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>
            <a:r>
              <a:rPr sz="1400" b="0"/>
              <a:t>• Messaging during the session</a:t>
            </a:r>
          </a:p>
          <a:p>
            <a:r>
              <a:rPr sz="1400" b="0"/>
              <a:t>• File transfer as a typical scenario</a:t>
            </a:r>
          </a:p>
        </p:txBody>
      </p:sp>
      <p:sp>
        <p:nvSpPr>
          <p:cNvPr id="782" name="featpaper-node:437:5314"/>
          <p:cNvSpPr txBox="1"/>
          <p:nvPr/>
        </p:nvSpPr>
        <p:spPr>
          <a:xfrm>
            <a:off x="123825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Control Center dashboard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>
            <a:r>
              <a:rPr sz="1400" b="0"/>
              <a:t>• Operator view at the MCC</a:t>
            </a:r>
          </a:p>
          <a:p>
            <a:r>
              <a:rPr sz="1400" b="0"/>
              <a:t>• Mission / RF picture for the center</a:t>
            </a:r>
          </a:p>
        </p:txBody>
      </p:sp>
      <p:sp>
        <p:nvSpPr>
          <p:cNvPr id="783" name="featpaper-node:437:5315"/>
          <p:cNvSpPr txBox="1"/>
          <p:nvPr/>
        </p:nvSpPr>
        <p:spPr>
          <a:xfrm>
            <a:off x="179324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Do not mix dashboards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/>
          <a:p/>
          <a:p/>
          <a:p>
            <a:r>
              <a:rPr sz="1400" b="0"/>
              <a:t>• Station dashboard ≠ Control Center dashboard</a:t>
            </a:r>
          </a:p>
          <a:p>
            <a:r>
              <a:rPr sz="1400" b="0"/>
              <a:t>• Local bench telemetry vs RF / mission link</a:t>
            </a:r>
          </a:p>
          <a:p>
            <a:r>
              <a:rPr sz="1400" b="0"/>
              <a:t/>
            </a:r>
          </a:p>
          <a:p>
            <a:r>
              <a:rPr sz="1400" b="0"/>
              <a:t>Visual: split screen station | MCC</a:t>
            </a:r>
          </a:p>
        </p:txBody>
      </p:sp>
      <p:pic>
        <p:nvPicPr>
          <p:cNvPr id="784" name="featpaper-node:437:5316" descr="featpaper-node:437:53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9499600"/>
            <a:ext cx="76200" cy="1295400"/>
          </a:xfrm>
          <a:prstGeom prst="rect">
            <a:avLst/>
          </a:prstGeom>
          <a:ln w="12700">
            <a:miter lim="400000"/>
          </a:ln>
        </p:spPr>
      </p:pic>
      <p:sp>
        <p:nvSpPr>
          <p:cNvPr id="785" name="featpaper-node:437:5317"/>
          <p:cNvSpPr txBox="1"/>
          <p:nvPr/>
        </p:nvSpPr>
        <p:spPr>
          <a:xfrm>
            <a:off x="1663700" y="9499600"/>
            <a:ext cx="4389121" cy="867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>
            <a:lvl1pPr>
              <a:lnSpc>
                <a:spcPts val="3400"/>
              </a:lnSpc>
              <a:defRPr sz="3100" b="1">
                <a:solidFill>
                  <a:srgbClr val="FF531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rPr sz="1400" b="1"/>
              <a:t>Keywords:</a:t>
            </a:r>
          </a:p>
          <a:p/>
          <a:p>
            <a:r>
              <a:rPr sz="1400" b="0"/>
              <a:t>port monitor, messages, files, MCC dashboard</a:t>
            </a:r>
          </a:p>
        </p:txBody>
      </p:sp>
      <p:sp>
        <p:nvSpPr>
          <p:cNvPr id="786" name="featpaper-node:437:5318"/>
          <p:cNvSpPr txBox="1"/>
          <p:nvPr/>
        </p:nvSpPr>
        <p:spPr>
          <a:xfrm>
            <a:off x="1333500" y="3000824"/>
            <a:ext cx="14623573" cy="576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ts val="4500"/>
              </a:lnSpc>
              <a:defRPr sz="4100" b="1">
                <a:solidFill>
                  <a:srgbClr val="FFFFF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t>Data exchange between the station and the Control Center </a:t>
            </a:r>
          </a:p>
        </p:txBody>
      </p:sp>
      <p:pic>
        <p:nvPicPr>
          <p:cNvPr id="787" name="featpaper-node:437:5321" descr="featpaper-node:437:53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1270000"/>
            <a:ext cx="2705100" cy="431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8" name="featpaper-node:437:5323" descr="featpaper-node:437:53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130300"/>
            <a:ext cx="2794000" cy="86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89" name="featpaper-node:437:5325" descr="featpaper-node:437:53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170" y="1336376"/>
            <a:ext cx="518034" cy="300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790" name="featpaper-node:437:5326" descr="featpaper-node:437:53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0242" y="1546590"/>
            <a:ext cx="504243" cy="215393"/>
          </a:xfrm>
          <a:prstGeom prst="rect">
            <a:avLst/>
          </a:prstGeom>
          <a:ln w="12700">
            <a:miter lim="400000"/>
          </a:ln>
        </p:spPr>
      </p:pic>
      <p:pic>
        <p:nvPicPr>
          <p:cNvPr id="791" name="featpaper-node:437:5327" descr="featpaper-node:437:53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4700" y="1600509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792" name="featpaper-node:437:5328" descr="featpaper-node:437:53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1861" y="1598072"/>
            <a:ext cx="148197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793" name="featpaper-node:437:5329" descr="featpaper-node:437:53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214" y="1600818"/>
            <a:ext cx="15761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4" name="featpaper-node:437:5330" descr="featpaper-node:437:53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2543" y="1600509"/>
            <a:ext cx="134504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5" name="featpaper-node:437:5331" descr="featpaper-node:437:53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8336" y="1597161"/>
            <a:ext cx="138548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796" name="featpaper-node:437:5332" descr="featpaper-node:437:53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1984" y="1334547"/>
            <a:ext cx="134504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7" name="featpaper-node:437:5333" descr="featpaper-node:437:53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74919" y="1331806"/>
            <a:ext cx="160177" cy="168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8" name="featpaper-node:437:5334" descr="featpaper-node:437:53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40713" y="1334547"/>
            <a:ext cx="116881" cy="162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799" name="featpaper-node:437:5335" descr="featpaper-node:437:533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16852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0" name="featpaper-node:437:5336" descr="featpaper-node:437:53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9878" y="1334547"/>
            <a:ext cx="14626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1" name="featpaper-node:437:5337" descr="featpaper-node:437:53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997" y="1334547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2" name="featpaper-node:437:5338" descr="featpaper-node:437:53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8493" y="1334547"/>
            <a:ext cx="11348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3" name="featpaper-node:437:5339" descr="featpaper-node:437:533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89950" y="1334547"/>
            <a:ext cx="15730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4" name="featpaper-node:437:5340" descr="featpaper-node:437:53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53089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14" name="Group 183"/>
          <p:cNvGrpSpPr/>
          <p:nvPr/>
        </p:nvGrpSpPr>
        <p:grpSpPr>
          <a:xfrm>
            <a:off x="1269999" y="11976099"/>
            <a:ext cx="13165460" cy="763906"/>
            <a:chOff x="0" y="0"/>
            <a:chExt cx="13165458" cy="763904"/>
          </a:xfrm>
        </p:grpSpPr>
        <p:pic>
          <p:nvPicPr>
            <p:cNvPr id="805" name="featpaper-node:437:4940" descr="featpaper-node:437:494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2229319" y="204619"/>
              <a:ext cx="274812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06" name="featpaper-node:437:4941" descr="featpaper-node:437:4941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506982" y="207261"/>
              <a:ext cx="183680" cy="1404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07" name="featpaper-node:437:4942" descr="featpaper-node:437:4942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2058067" y="206244"/>
              <a:ext cx="190005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08" name="featpaper-node:437:4943" descr="featpaper-node:437:4943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2730001" y="206244"/>
              <a:ext cx="190203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09" name="featpaper-node:437:4944" descr="featpaper-node:437:494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2900434" y="204619"/>
              <a:ext cx="265025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0" name="featpaper-node:437:4945" descr="featpaper-node:437:4945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1804055" y="203200"/>
              <a:ext cx="219771" cy="1433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1" name="featpaper-node:437:4993" descr="featpaper-node:437:4993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204146" y="139098"/>
              <a:ext cx="103957" cy="2800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2" name="featpaper-node:437:4994" descr="featpaper-node:437:499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009900" y="50800"/>
              <a:ext cx="468562" cy="4671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3" name="featpaper-node:437:4996" descr="featpaper-node:437:4996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624176" y="86952"/>
              <a:ext cx="170459" cy="183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4" name="featpaper-node:437:4997" descr="featpaper-node:437:4997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822948" y="83089"/>
              <a:ext cx="137531" cy="191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5" name="featpaper-node:437:4998" descr="featpaper-node:437:4998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990715" y="86952"/>
              <a:ext cx="114499" cy="1836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6" name="featpaper-node:437:4999" descr="featpaper-node:437:4999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624486" y="310654"/>
              <a:ext cx="145282" cy="174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7" name="featpaper-node:437:5000" descr="featpaper-node:437:5000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3811426" y="310654"/>
              <a:ext cx="142802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8" name="featpaper-node:437:5001" descr="featpaper-node:437:5001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005250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9" name="featpaper-node:437:5002" descr="featpaper-node:437:5002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049688" y="310654"/>
              <a:ext cx="149474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20" name="featpaper-node:437:5003" descr="featpaper-node:437:5003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224449" y="310654"/>
              <a:ext cx="84907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21" name="featpaper-node:437:5004" descr="featpaper-node:437:5004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345298" y="310654"/>
              <a:ext cx="115690" cy="1723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22" name="featpaper-node:437:5005" descr="featpaper-node:437:5005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477779" y="307107"/>
              <a:ext cx="120205" cy="1779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23" name="featpaper-node:437:5006" descr="featpaper-node:437:5006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633714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24" name="featpaper-node:437:5007" descr="featpaper-node:437:5007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679342" y="310654"/>
              <a:ext cx="136030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25" name="featpaper-node:437:5008" descr="featpaper-node:437:5008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4830105" y="310654"/>
              <a:ext cx="135596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6" name="featpaper-node:437:5009"/>
            <p:cNvSpPr txBox="1"/>
            <p:nvPr/>
          </p:nvSpPr>
          <p:spPr>
            <a:xfrm>
              <a:off x="3023319" y="635000"/>
              <a:ext cx="102302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Project operator</a:t>
              </a:r>
            </a:p>
          </p:txBody>
        </p:sp>
        <p:sp>
          <p:nvSpPr>
            <p:cNvPr id="827" name="featpaper-node:437:5010"/>
            <p:cNvSpPr txBox="1"/>
            <p:nvPr/>
          </p:nvSpPr>
          <p:spPr>
            <a:xfrm>
              <a:off x="5511800" y="636904"/>
              <a:ext cx="1515539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Partners of the operator</a:t>
              </a:r>
            </a:p>
          </p:txBody>
        </p:sp>
        <p:pic>
          <p:nvPicPr>
            <p:cNvPr id="828" name="featpaper-node:437:5013" descr="featpaper-node:437:5013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619063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29" name="featpaper-node:437:5014" descr="featpaper-node:437:5014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6863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0" name="featpaper-node:437:5015" descr="featpaper-node:437:5015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846522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1" name="featpaper-node:437:5016" descr="featpaper-node:437:5016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990178" y="115583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2" name="featpaper-node:437:5017" descr="featpaper-node:437:5017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132818" y="115583"/>
              <a:ext cx="134504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3" name="featpaper-node:437:5018" descr="featpaper-node:437:5018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28387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4" name="featpaper-node:437:5019" descr="featpaper-node:437:5019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44133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5" name="featpaper-node:437:5020" descr="featpaper-node:437:5020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594284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6" name="featpaper-node:437:5021" descr="featpaper-node:437:5021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737792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7" name="featpaper-node:437:5022" descr="featpaper-node:437:5022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1796914" y="112271"/>
              <a:ext cx="165585" cy="122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8" name="featpaper-node:437:5023" descr="featpaper-node:437:5023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9818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9" name="featpaper-node:437:5024" descr="featpaper-node:437:5024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213926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0" name="featpaper-node:437:5025" descr="featpaper-node:437:5025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2316175" y="115584"/>
              <a:ext cx="109526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1" name="featpaper-node:437:5026" descr="featpaper-node:437:5026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60802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2" name="featpaper-node:437:5027" descr="featpaper-node:437:5027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746013" y="314505"/>
              <a:ext cx="127100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3" name="featpaper-node:437:5028" descr="featpaper-node:437:5028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864977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4" name="featpaper-node:437:5029" descr="featpaper-node:437:5029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028960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5" name="featpaper-node:437:5030" descr="featpaper-node:437:5030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192808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6" name="featpaper-node:437:5031" descr="featpaper-node:437:5031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371464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7" name="featpaper-node:437:5032" descr="featpaper-node:437:5032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523243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8" name="featpaper-node:437:5033" descr="featpaper-node:437:5033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700026" y="314505"/>
              <a:ext cx="169367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9" name="featpaper-node:437:5034" descr="featpaper-node:437:5034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897273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50" name="featpaper-node:437:5035" descr="featpaper-node:437:5035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202887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51" name="featpaper-node:437:5037" descr="featpaper-node:437:5037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0" y="-1"/>
              <a:ext cx="551087" cy="546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52" name="featpaper-node:437:5039" descr="featpaper-node:437:5039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11844" y="395250"/>
              <a:ext cx="14325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53" name="featpaper-node:437:5040" descr="featpaper-node:437:5040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303857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54" name="featpaper-node:437:5041" descr="featpaper-node:437:5041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247514" y="186829"/>
              <a:ext cx="56072" cy="955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55" name="featpaper-node:437:5042" descr="featpaper-node:437:5042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16780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56" name="featpaper-node:437:5044" descr="featpaper-node:437:5044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16111" y="364163"/>
              <a:ext cx="66552" cy="59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57" name="featpaper-node:437:5045" descr="featpaper-node:437:5045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20110" y="381570"/>
              <a:ext cx="69187" cy="771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58" name="featpaper-node:437:5046" descr="featpaper-node:437:5046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86916" y="380242"/>
              <a:ext cx="76759" cy="76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59" name="featpaper-node:437:5047" descr="featpaper-node:437:5047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139911" y="323955"/>
              <a:ext cx="72679" cy="441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0" name="featpaper-node:437:5048" descr="featpaper-node:437:5048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288441" y="380093"/>
              <a:ext cx="76461" cy="754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1" name="featpaper-node:437:5049" descr="featpaper-node:437:5049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278866" y="349688"/>
              <a:ext cx="67445" cy="516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2" name="featpaper-node:437:5050" descr="featpaper-node:437:5050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84609" y="369714"/>
              <a:ext cx="40830" cy="57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3" name="featpaper-node:437:5051" descr="featpaper-node:437:5051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236252" y="310579"/>
              <a:ext cx="222797" cy="144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4" name="featpaper-node:437:5053" descr="featpaper-node:437:5053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278730" y="417568"/>
              <a:ext cx="79029" cy="91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5" name="featpaper-node:437:5054" descr="featpaper-node:437:5054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94469" y="417674"/>
              <a:ext cx="79029" cy="914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6" name="featpaper-node:437:5055" descr="featpaper-node:437:5055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206214" y="349727"/>
              <a:ext cx="67445" cy="515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7" name="featpaper-node:437:5056" descr="featpaper-node:437:5056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201972" y="323714"/>
              <a:ext cx="61802" cy="418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8" name="featpaper-node:437:5058" descr="featpaper-node:437:5058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261764" y="314212"/>
              <a:ext cx="52103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9" name="featpaper-node:437:5059" descr="featpaper-node:437:5059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369553" y="364300"/>
              <a:ext cx="66651" cy="594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0" name="featpaper-node:437:5060" descr="featpaper-node:437:5060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364877" y="381576"/>
              <a:ext cx="67110" cy="662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1" name="featpaper-node:437:5061" descr="featpaper-node:437:5061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427248" y="370742"/>
              <a:ext cx="40172" cy="56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2" name="featpaper-node:437:5062" descr="featpaper-node:437:5062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340009" y="324086"/>
              <a:ext cx="70186" cy="44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3" name="featpaper-node:437:5063" descr="featpaper-node:437:5063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306636" y="323564"/>
              <a:ext cx="43446" cy="405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4" name="featpaper-node:437:5065" descr="featpaper-node:437:5065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275394" y="200030"/>
              <a:ext cx="13532" cy="24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5" name="featpaper-node:437:5067" descr="featpaper-node:437:5067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247514" y="230733"/>
              <a:ext cx="47787" cy="51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6" name="featpaper-node:437:5068" descr="featpaper-node:437:5068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13512" y="13387"/>
              <a:ext cx="524068" cy="5193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7" name="featpaper-node:437:5069" descr="featpaper-node:437:5069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9581" y="9500"/>
              <a:ext cx="531907" cy="527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8" name="featpaper-node:437:5070" descr="featpaper-node:437:5070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76839" y="76142"/>
              <a:ext cx="397403" cy="3938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9" name="featpaper-node:437:5071" descr="featpaper-node:437:5071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247067" y="106511"/>
              <a:ext cx="56940" cy="564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0" name="featpaper-node:437:5074" descr="featpaper-node:437:5074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0366921" y="224438"/>
              <a:ext cx="136166" cy="175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1" name="featpaper-node:437:5075" descr="featpaper-node:437:5075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519718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2" name="featpaper-node:437:5076" descr="featpaper-node:437:5076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0634960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3" name="featpaper-node:437:5077" descr="featpaper-node:437:5077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10778480" y="229343"/>
              <a:ext cx="32024" cy="166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4" name="featpaper-node:437:5078" descr="featpaper-node:437:5078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835692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5" name="featpaper-node:437:5079" descr="featpaper-node:437:5079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10951046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6" name="featpaper-node:437:5080" descr="featpaper-node:437:5080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11081804" y="272770"/>
              <a:ext cx="121990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7" name="featpaper-node:437:5081" descr="featpaper-node:437:5081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1208580" y="268789"/>
              <a:ext cx="125560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8" name="featpaper-node:437:5083" descr="featpaper-node:437:5083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9857259" y="63500"/>
              <a:ext cx="442244" cy="4430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9" name="featpaper-node:437:5084" descr="featpaper-node:437:5084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9933050" y="172120"/>
              <a:ext cx="289670" cy="2258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0" name="featpaper-node:437:5086" descr="featpaper-node:437:5086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7694861" y="89166"/>
              <a:ext cx="265461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1" name="featpaper-node:437:5087" descr="featpaper-node:437:5087"/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7987506" y="94108"/>
              <a:ext cx="85850" cy="2693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2" name="featpaper-node:437:5088" descr="featpaper-node:437:5088"/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7801359" y="391437"/>
              <a:ext cx="266093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3" name="featpaper-node:437:5089" descr="featpaper-node:437:5089"/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7689155" y="202828"/>
              <a:ext cx="85019" cy="2701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4" name="featpaper-node:437:5090" descr="featpaper-node:437:5090"/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7641940" y="131173"/>
              <a:ext cx="211312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5" name="featpaper-node:437:5091" descr="featpaper-node:437:5091"/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7835131" y="38100"/>
              <a:ext cx="196851" cy="2157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6" name="featpaper-node:437:5092" descr="featpaper-node:437:5092"/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7909259" y="235768"/>
              <a:ext cx="212825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7" name="featpaper-node:437:5093" descr="featpaper-node:437:5093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7729711" y="312365"/>
              <a:ext cx="196020" cy="2157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8" name="featpaper-node:437:5094" descr="featpaper-node:437:5094"/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193075" y="75492"/>
              <a:ext cx="115306" cy="1805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9" name="featpaper-node:437:5095" descr="featpaper-node:437:5095"/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313166" y="128203"/>
              <a:ext cx="87475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0" name="featpaper-node:437:5096" descr="featpaper-node:437:5096"/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407884" y="129028"/>
              <a:ext cx="107343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1" name="featpaper-node:437:5097" descr="featpaper-node:437:5097"/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25669" y="130757"/>
              <a:ext cx="95784" cy="1228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2" name="featpaper-node:437:5098" descr="featpaper-node:437:5098"/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640142" y="79610"/>
              <a:ext cx="96528" cy="1748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3" name="featpaper-node:437:5099" descr="featpaper-node:437:5099"/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879743" y="79611"/>
              <a:ext cx="93391" cy="1747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4" name="featpaper-node:437:5100" descr="featpaper-node:437:5100"/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8741780" y="106113"/>
              <a:ext cx="126443" cy="1696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5" name="featpaper-node:437:5101" descr="featpaper-node:437:5101"/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8194563" y="298697"/>
              <a:ext cx="155836" cy="186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6" name="featpaper-node:437:5102" descr="featpaper-node:437:5102"/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8375762" y="353057"/>
              <a:ext cx="10311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7" name="featpaper-node:437:5103" descr="featpaper-node:437:5103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8489801" y="352064"/>
              <a:ext cx="108373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8" name="featpaper-node:437:5104" descr="featpaper-node:437:5104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60967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9" name="featpaper-node:437:5105" descr="featpaper-node:437:5105"/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8724069" y="352233"/>
              <a:ext cx="181360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10" name="featpaper-node:437:5106" descr="featpaper-node:437:5106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93006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11" name="featpaper-node:437:5107" descr="featpaper-node:437:5107"/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9043640" y="353057"/>
              <a:ext cx="11230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12" name="featpaper-node:437:5108" descr="featpaper-node:437:5108"/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9172202" y="318460"/>
              <a:ext cx="80877" cy="1640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13" name="Picture 295" descr="Picture 295"/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5518525" y="50800"/>
              <a:ext cx="1617681" cy="4778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featpaper-node:437:6572" descr="featpaper-node:437:65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17" name="featpaper-node:437:5311" descr="featpaper-node:437:53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6800"/>
            <a:ext cx="381000" cy="8661400"/>
          </a:xfrm>
          <a:prstGeom prst="rect">
            <a:avLst/>
          </a:prstGeom>
          <a:ln w="12700">
            <a:miter lim="400000"/>
          </a:ln>
        </p:spPr>
      </p:pic>
      <p:sp>
        <p:nvSpPr>
          <p:cNvPr id="918" name="featpaper-node:437:5312"/>
          <p:cNvSpPr txBox="1"/>
          <p:nvPr/>
        </p:nvSpPr>
        <p:spPr>
          <a:xfrm>
            <a:off x="12827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Task overview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>
            <a:r>
              <a:rPr sz="1400" b="0"/>
              <a:t>Practical task overviews — covered in separate materials.</a:t>
            </a:r>
          </a:p>
        </p:txBody>
      </p:sp>
      <p:sp>
        <p:nvSpPr>
          <p:cNvPr id="919" name="featpaper-node:437:5313"/>
          <p:cNvSpPr txBox="1"/>
          <p:nvPr/>
        </p:nvSpPr>
        <p:spPr>
          <a:xfrm>
            <a:off x="68580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 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</p:txBody>
      </p:sp>
      <p:sp>
        <p:nvSpPr>
          <p:cNvPr id="920" name="featpaper-node:437:5314"/>
          <p:cNvSpPr txBox="1"/>
          <p:nvPr/>
        </p:nvSpPr>
        <p:spPr>
          <a:xfrm>
            <a:off x="123825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 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</p:txBody>
      </p:sp>
      <p:sp>
        <p:nvSpPr>
          <p:cNvPr id="921" name="featpaper-node:437:5315"/>
          <p:cNvSpPr txBox="1"/>
          <p:nvPr/>
        </p:nvSpPr>
        <p:spPr>
          <a:xfrm>
            <a:off x="179324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 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</p:txBody>
      </p:sp>
      <p:pic>
        <p:nvPicPr>
          <p:cNvPr id="922" name="featpaper-node:437:5316" descr="featpaper-node:437:53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9499600"/>
            <a:ext cx="76200" cy="1295400"/>
          </a:xfrm>
          <a:prstGeom prst="rect">
            <a:avLst/>
          </a:prstGeom>
          <a:ln w="12700">
            <a:miter lim="400000"/>
          </a:ln>
        </p:spPr>
      </p:pic>
      <p:sp>
        <p:nvSpPr>
          <p:cNvPr id="923" name="featpaper-node:437:5317"/>
          <p:cNvSpPr txBox="1"/>
          <p:nvPr/>
        </p:nvSpPr>
        <p:spPr>
          <a:xfrm>
            <a:off x="1663700" y="9499600"/>
            <a:ext cx="4389121" cy="1731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>
            <a:lvl1pPr>
              <a:lnSpc>
                <a:spcPts val="3400"/>
              </a:lnSpc>
              <a:defRPr sz="3100" b="1">
                <a:solidFill>
                  <a:srgbClr val="FF531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rPr sz="1400" b="1"/>
              <a:t>Keywords:</a:t>
            </a:r>
          </a:p>
          <a:p/>
          <a:p>
            <a:r>
              <a:rPr sz="1400" b="0"/>
              <a:t>SDR, STM32, Arduino IDE/CubeProgrammer</a:t>
            </a:r>
          </a:p>
        </p:txBody>
      </p:sp>
      <p:sp>
        <p:nvSpPr>
          <p:cNvPr id="924" name="featpaper-node:437:5318"/>
          <p:cNvSpPr txBox="1"/>
          <p:nvPr/>
        </p:nvSpPr>
        <p:spPr>
          <a:xfrm>
            <a:off x="1333500" y="3000824"/>
            <a:ext cx="12675270" cy="576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ts val="4500"/>
              </a:lnSpc>
              <a:defRPr sz="4100" b="1">
                <a:solidFill>
                  <a:srgbClr val="FFFFF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t>Task No. 1: Controlling the communication satellite</a:t>
            </a:r>
          </a:p>
        </p:txBody>
      </p:sp>
      <p:pic>
        <p:nvPicPr>
          <p:cNvPr id="925" name="featpaper-node:437:5321" descr="featpaper-node:437:53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1270000"/>
            <a:ext cx="2705100" cy="431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926" name="featpaper-node:437:5323" descr="featpaper-node:437:53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130300"/>
            <a:ext cx="2794000" cy="86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27" name="featpaper-node:437:5325" descr="featpaper-node:437:53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170" y="1336376"/>
            <a:ext cx="518034" cy="300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928" name="featpaper-node:437:5326" descr="featpaper-node:437:53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0242" y="1546590"/>
            <a:ext cx="504243" cy="215393"/>
          </a:xfrm>
          <a:prstGeom prst="rect">
            <a:avLst/>
          </a:prstGeom>
          <a:ln w="12700">
            <a:miter lim="400000"/>
          </a:ln>
        </p:spPr>
      </p:pic>
      <p:pic>
        <p:nvPicPr>
          <p:cNvPr id="929" name="featpaper-node:437:5327" descr="featpaper-node:437:53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4700" y="1600509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930" name="featpaper-node:437:5328" descr="featpaper-node:437:53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1861" y="1598072"/>
            <a:ext cx="148197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931" name="featpaper-node:437:5329" descr="featpaper-node:437:53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214" y="1600818"/>
            <a:ext cx="15761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932" name="featpaper-node:437:5330" descr="featpaper-node:437:53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2543" y="1600509"/>
            <a:ext cx="134504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933" name="featpaper-node:437:5331" descr="featpaper-node:437:53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8336" y="1597161"/>
            <a:ext cx="138548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934" name="featpaper-node:437:5332" descr="featpaper-node:437:53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1984" y="1334547"/>
            <a:ext cx="134504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935" name="featpaper-node:437:5333" descr="featpaper-node:437:53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74919" y="1331806"/>
            <a:ext cx="160177" cy="168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936" name="featpaper-node:437:5334" descr="featpaper-node:437:53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40713" y="1334547"/>
            <a:ext cx="116881" cy="162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937" name="featpaper-node:437:5335" descr="featpaper-node:437:533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16852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938" name="featpaper-node:437:5336" descr="featpaper-node:437:53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9878" y="1334547"/>
            <a:ext cx="14626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939" name="featpaper-node:437:5337" descr="featpaper-node:437:53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997" y="1334547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940" name="featpaper-node:437:5338" descr="featpaper-node:437:53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8493" y="1334547"/>
            <a:ext cx="11348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941" name="featpaper-node:437:5339" descr="featpaper-node:437:533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89950" y="1334547"/>
            <a:ext cx="15730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942" name="featpaper-node:437:5340" descr="featpaper-node:437:53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53089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52" name="Group 183"/>
          <p:cNvGrpSpPr/>
          <p:nvPr/>
        </p:nvGrpSpPr>
        <p:grpSpPr>
          <a:xfrm>
            <a:off x="1269999" y="11976099"/>
            <a:ext cx="13165460" cy="763906"/>
            <a:chOff x="0" y="0"/>
            <a:chExt cx="13165458" cy="763904"/>
          </a:xfrm>
        </p:grpSpPr>
        <p:pic>
          <p:nvPicPr>
            <p:cNvPr id="943" name="featpaper-node:437:4940" descr="featpaper-node:437:494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2229319" y="204619"/>
              <a:ext cx="274812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44" name="featpaper-node:437:4941" descr="featpaper-node:437:4941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506982" y="207261"/>
              <a:ext cx="183680" cy="1404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45" name="featpaper-node:437:4942" descr="featpaper-node:437:4942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2058067" y="206244"/>
              <a:ext cx="190005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46" name="featpaper-node:437:4943" descr="featpaper-node:437:4943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2730001" y="206244"/>
              <a:ext cx="190203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47" name="featpaper-node:437:4944" descr="featpaper-node:437:494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2900434" y="204619"/>
              <a:ext cx="265025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48" name="featpaper-node:437:4945" descr="featpaper-node:437:4945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1804055" y="203200"/>
              <a:ext cx="219771" cy="1433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49" name="featpaper-node:437:4993" descr="featpaper-node:437:4993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204146" y="139098"/>
              <a:ext cx="103957" cy="2800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0" name="featpaper-node:437:4994" descr="featpaper-node:437:499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009900" y="50800"/>
              <a:ext cx="468562" cy="4671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1" name="featpaper-node:437:4996" descr="featpaper-node:437:4996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624176" y="86952"/>
              <a:ext cx="170459" cy="183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2" name="featpaper-node:437:4997" descr="featpaper-node:437:4997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822948" y="83089"/>
              <a:ext cx="137531" cy="191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3" name="featpaper-node:437:4998" descr="featpaper-node:437:4998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990715" y="86952"/>
              <a:ext cx="114499" cy="1836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4" name="featpaper-node:437:4999" descr="featpaper-node:437:4999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624486" y="310654"/>
              <a:ext cx="145282" cy="174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5" name="featpaper-node:437:5000" descr="featpaper-node:437:5000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3811426" y="310654"/>
              <a:ext cx="142802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6" name="featpaper-node:437:5001" descr="featpaper-node:437:5001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005250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7" name="featpaper-node:437:5002" descr="featpaper-node:437:5002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049688" y="310654"/>
              <a:ext cx="149474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8" name="featpaper-node:437:5003" descr="featpaper-node:437:5003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224449" y="310654"/>
              <a:ext cx="84907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9" name="featpaper-node:437:5004" descr="featpaper-node:437:5004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345298" y="310654"/>
              <a:ext cx="115690" cy="1723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0" name="featpaper-node:437:5005" descr="featpaper-node:437:5005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477779" y="307107"/>
              <a:ext cx="120205" cy="1779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1" name="featpaper-node:437:5006" descr="featpaper-node:437:5006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633714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2" name="featpaper-node:437:5007" descr="featpaper-node:437:5007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679342" y="310654"/>
              <a:ext cx="136030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3" name="featpaper-node:437:5008" descr="featpaper-node:437:5008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4830105" y="310654"/>
              <a:ext cx="135596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64" name="featpaper-node:437:5009"/>
            <p:cNvSpPr txBox="1"/>
            <p:nvPr/>
          </p:nvSpPr>
          <p:spPr>
            <a:xfrm>
              <a:off x="3023319" y="635000"/>
              <a:ext cx="102302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Project operator</a:t>
              </a:r>
            </a:p>
          </p:txBody>
        </p:sp>
        <p:sp>
          <p:nvSpPr>
            <p:cNvPr id="965" name="featpaper-node:437:5010"/>
            <p:cNvSpPr txBox="1"/>
            <p:nvPr/>
          </p:nvSpPr>
          <p:spPr>
            <a:xfrm>
              <a:off x="5511800" y="636904"/>
              <a:ext cx="1515539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Partners of the operator</a:t>
              </a:r>
            </a:p>
          </p:txBody>
        </p:sp>
        <p:pic>
          <p:nvPicPr>
            <p:cNvPr id="966" name="featpaper-node:437:5013" descr="featpaper-node:437:5013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619063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7" name="featpaper-node:437:5014" descr="featpaper-node:437:5014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6863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8" name="featpaper-node:437:5015" descr="featpaper-node:437:5015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846522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9" name="featpaper-node:437:5016" descr="featpaper-node:437:5016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990178" y="115583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0" name="featpaper-node:437:5017" descr="featpaper-node:437:5017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132818" y="115583"/>
              <a:ext cx="134504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1" name="featpaper-node:437:5018" descr="featpaper-node:437:5018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28387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2" name="featpaper-node:437:5019" descr="featpaper-node:437:5019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44133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3" name="featpaper-node:437:5020" descr="featpaper-node:437:5020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594284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4" name="featpaper-node:437:5021" descr="featpaper-node:437:5021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737792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5" name="featpaper-node:437:5022" descr="featpaper-node:437:5022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1796914" y="112271"/>
              <a:ext cx="165585" cy="122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6" name="featpaper-node:437:5023" descr="featpaper-node:437:5023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9818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7" name="featpaper-node:437:5024" descr="featpaper-node:437:5024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213926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8" name="featpaper-node:437:5025" descr="featpaper-node:437:5025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2316175" y="115584"/>
              <a:ext cx="109526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9" name="featpaper-node:437:5026" descr="featpaper-node:437:5026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60802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80" name="featpaper-node:437:5027" descr="featpaper-node:437:5027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746013" y="314505"/>
              <a:ext cx="127100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81" name="featpaper-node:437:5028" descr="featpaper-node:437:5028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864977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82" name="featpaper-node:437:5029" descr="featpaper-node:437:5029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028960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83" name="featpaper-node:437:5030" descr="featpaper-node:437:5030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192808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84" name="featpaper-node:437:5031" descr="featpaper-node:437:5031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371464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85" name="featpaper-node:437:5032" descr="featpaper-node:437:5032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523243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86" name="featpaper-node:437:5033" descr="featpaper-node:437:5033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700026" y="314505"/>
              <a:ext cx="169367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87" name="featpaper-node:437:5034" descr="featpaper-node:437:5034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897273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88" name="featpaper-node:437:5035" descr="featpaper-node:437:5035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202887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89" name="featpaper-node:437:5037" descr="featpaper-node:437:5037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0" y="-1"/>
              <a:ext cx="551087" cy="546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0" name="featpaper-node:437:5039" descr="featpaper-node:437:5039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11844" y="395250"/>
              <a:ext cx="14325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1" name="featpaper-node:437:5040" descr="featpaper-node:437:5040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303857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2" name="featpaper-node:437:5041" descr="featpaper-node:437:5041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247514" y="186829"/>
              <a:ext cx="56072" cy="955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3" name="featpaper-node:437:5042" descr="featpaper-node:437:5042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16780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4" name="featpaper-node:437:5044" descr="featpaper-node:437:5044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16111" y="364163"/>
              <a:ext cx="66552" cy="59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5" name="featpaper-node:437:5045" descr="featpaper-node:437:5045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20110" y="381570"/>
              <a:ext cx="69187" cy="771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6" name="featpaper-node:437:5046" descr="featpaper-node:437:5046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86916" y="380242"/>
              <a:ext cx="76759" cy="76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7" name="featpaper-node:437:5047" descr="featpaper-node:437:5047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139911" y="323955"/>
              <a:ext cx="72679" cy="441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8" name="featpaper-node:437:5048" descr="featpaper-node:437:5048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288441" y="380093"/>
              <a:ext cx="76461" cy="754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9" name="featpaper-node:437:5049" descr="featpaper-node:437:5049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278866" y="349688"/>
              <a:ext cx="67445" cy="516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0" name="featpaper-node:437:5050" descr="featpaper-node:437:5050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84609" y="369714"/>
              <a:ext cx="40830" cy="57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1" name="featpaper-node:437:5051" descr="featpaper-node:437:5051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236252" y="310579"/>
              <a:ext cx="222797" cy="144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2" name="featpaper-node:437:5053" descr="featpaper-node:437:5053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278730" y="417568"/>
              <a:ext cx="79029" cy="91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3" name="featpaper-node:437:5054" descr="featpaper-node:437:5054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94469" y="417674"/>
              <a:ext cx="79029" cy="914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4" name="featpaper-node:437:5055" descr="featpaper-node:437:5055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206214" y="349727"/>
              <a:ext cx="67445" cy="515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5" name="featpaper-node:437:5056" descr="featpaper-node:437:5056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201972" y="323714"/>
              <a:ext cx="61802" cy="418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6" name="featpaper-node:437:5058" descr="featpaper-node:437:5058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261764" y="314212"/>
              <a:ext cx="52103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7" name="featpaper-node:437:5059" descr="featpaper-node:437:5059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369553" y="364300"/>
              <a:ext cx="66651" cy="594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8" name="featpaper-node:437:5060" descr="featpaper-node:437:5060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364877" y="381576"/>
              <a:ext cx="67110" cy="662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9" name="featpaper-node:437:5061" descr="featpaper-node:437:5061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427248" y="370742"/>
              <a:ext cx="40172" cy="56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0" name="featpaper-node:437:5062" descr="featpaper-node:437:5062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340009" y="324086"/>
              <a:ext cx="70186" cy="44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1" name="featpaper-node:437:5063" descr="featpaper-node:437:5063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306636" y="323564"/>
              <a:ext cx="43446" cy="405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2" name="featpaper-node:437:5065" descr="featpaper-node:437:5065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275394" y="200030"/>
              <a:ext cx="13532" cy="24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3" name="featpaper-node:437:5067" descr="featpaper-node:437:5067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247514" y="230733"/>
              <a:ext cx="47787" cy="51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4" name="featpaper-node:437:5068" descr="featpaper-node:437:5068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13512" y="13387"/>
              <a:ext cx="524068" cy="5193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5" name="featpaper-node:437:5069" descr="featpaper-node:437:5069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9581" y="9500"/>
              <a:ext cx="531907" cy="527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6" name="featpaper-node:437:5070" descr="featpaper-node:437:5070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76839" y="76142"/>
              <a:ext cx="397403" cy="3938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7" name="featpaper-node:437:5071" descr="featpaper-node:437:5071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247067" y="106511"/>
              <a:ext cx="56940" cy="564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8" name="featpaper-node:437:5074" descr="featpaper-node:437:5074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0366921" y="224438"/>
              <a:ext cx="136166" cy="175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9" name="featpaper-node:437:5075" descr="featpaper-node:437:5075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519718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0" name="featpaper-node:437:5076" descr="featpaper-node:437:5076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0634960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1" name="featpaper-node:437:5077" descr="featpaper-node:437:5077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10778480" y="229343"/>
              <a:ext cx="32024" cy="166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2" name="featpaper-node:437:5078" descr="featpaper-node:437:5078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835692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3" name="featpaper-node:437:5079" descr="featpaper-node:437:5079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10951046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4" name="featpaper-node:437:5080" descr="featpaper-node:437:5080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11081804" y="272770"/>
              <a:ext cx="121990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5" name="featpaper-node:437:5081" descr="featpaper-node:437:5081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1208580" y="268789"/>
              <a:ext cx="125560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6" name="featpaper-node:437:5083" descr="featpaper-node:437:5083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9857259" y="63500"/>
              <a:ext cx="442244" cy="4430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7" name="featpaper-node:437:5084" descr="featpaper-node:437:5084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9933050" y="172120"/>
              <a:ext cx="289670" cy="2258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8" name="featpaper-node:437:5086" descr="featpaper-node:437:5086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7694861" y="89166"/>
              <a:ext cx="265461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9" name="featpaper-node:437:5087" descr="featpaper-node:437:5087"/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7987506" y="94108"/>
              <a:ext cx="85850" cy="2693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0" name="featpaper-node:437:5088" descr="featpaper-node:437:5088"/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7801359" y="391437"/>
              <a:ext cx="266093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1" name="featpaper-node:437:5089" descr="featpaper-node:437:5089"/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7689155" y="202828"/>
              <a:ext cx="85019" cy="2701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2" name="featpaper-node:437:5090" descr="featpaper-node:437:5090"/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7641940" y="131173"/>
              <a:ext cx="211312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3" name="featpaper-node:437:5091" descr="featpaper-node:437:5091"/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7835131" y="38100"/>
              <a:ext cx="196851" cy="2157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4" name="featpaper-node:437:5092" descr="featpaper-node:437:5092"/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7909259" y="235768"/>
              <a:ext cx="212825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5" name="featpaper-node:437:5093" descr="featpaper-node:437:5093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7729711" y="312365"/>
              <a:ext cx="196020" cy="2157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6" name="featpaper-node:437:5094" descr="featpaper-node:437:5094"/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193075" y="75492"/>
              <a:ext cx="115306" cy="1805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7" name="featpaper-node:437:5095" descr="featpaper-node:437:5095"/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313166" y="128203"/>
              <a:ext cx="87475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8" name="featpaper-node:437:5096" descr="featpaper-node:437:5096"/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407884" y="129028"/>
              <a:ext cx="107343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9" name="featpaper-node:437:5097" descr="featpaper-node:437:5097"/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25669" y="130757"/>
              <a:ext cx="95784" cy="1228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40" name="featpaper-node:437:5098" descr="featpaper-node:437:5098"/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640142" y="79610"/>
              <a:ext cx="96528" cy="1748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41" name="featpaper-node:437:5099" descr="featpaper-node:437:5099"/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879743" y="79611"/>
              <a:ext cx="93391" cy="1747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42" name="featpaper-node:437:5100" descr="featpaper-node:437:5100"/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8741780" y="106113"/>
              <a:ext cx="126443" cy="1696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43" name="featpaper-node:437:5101" descr="featpaper-node:437:5101"/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8194563" y="298697"/>
              <a:ext cx="155836" cy="186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44" name="featpaper-node:437:5102" descr="featpaper-node:437:5102"/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8375762" y="353057"/>
              <a:ext cx="10311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45" name="featpaper-node:437:5103" descr="featpaper-node:437:5103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8489801" y="352064"/>
              <a:ext cx="108373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46" name="featpaper-node:437:5104" descr="featpaper-node:437:5104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60967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47" name="featpaper-node:437:5105" descr="featpaper-node:437:5105"/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8724069" y="352233"/>
              <a:ext cx="181360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48" name="featpaper-node:437:5106" descr="featpaper-node:437:5106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93006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49" name="featpaper-node:437:5107" descr="featpaper-node:437:5107"/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9043640" y="353057"/>
              <a:ext cx="11230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50" name="featpaper-node:437:5108" descr="featpaper-node:437:5108"/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9172202" y="318460"/>
              <a:ext cx="80877" cy="1640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51" name="Picture 295" descr="Picture 295"/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5518525" y="50800"/>
              <a:ext cx="1617681" cy="4778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featpaper-node:437:6375" descr="featpaper-node:437:63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5" name="featpaper-node:437:5311" descr="featpaper-node:437:53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6800"/>
            <a:ext cx="381000" cy="8661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56" name="featpaper-node:437:5312"/>
          <p:cNvSpPr txBox="1"/>
          <p:nvPr/>
        </p:nvSpPr>
        <p:spPr>
          <a:xfrm>
            <a:off x="12827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Task overview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>
            <a:r>
              <a:rPr sz="1400" b="0"/>
              <a:t>Practical task overviews — covered in separate materials.</a:t>
            </a:r>
          </a:p>
        </p:txBody>
      </p:sp>
      <p:sp>
        <p:nvSpPr>
          <p:cNvPr id="1057" name="featpaper-node:437:5313"/>
          <p:cNvSpPr txBox="1"/>
          <p:nvPr/>
        </p:nvSpPr>
        <p:spPr>
          <a:xfrm>
            <a:off x="68580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 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</p:txBody>
      </p:sp>
      <p:sp>
        <p:nvSpPr>
          <p:cNvPr id="1058" name="featpaper-node:437:5314"/>
          <p:cNvSpPr txBox="1"/>
          <p:nvPr/>
        </p:nvSpPr>
        <p:spPr>
          <a:xfrm>
            <a:off x="123825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 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</p:txBody>
      </p:sp>
      <p:sp>
        <p:nvSpPr>
          <p:cNvPr id="1059" name="featpaper-node:437:5315"/>
          <p:cNvSpPr txBox="1"/>
          <p:nvPr/>
        </p:nvSpPr>
        <p:spPr>
          <a:xfrm>
            <a:off x="179324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 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</p:txBody>
      </p:sp>
      <p:pic>
        <p:nvPicPr>
          <p:cNvPr id="1060" name="featpaper-node:437:5316" descr="featpaper-node:437:53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9499600"/>
            <a:ext cx="76200" cy="1295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61" name="featpaper-node:437:5317"/>
          <p:cNvSpPr txBox="1"/>
          <p:nvPr/>
        </p:nvSpPr>
        <p:spPr>
          <a:xfrm>
            <a:off x="1663700" y="9499600"/>
            <a:ext cx="4389121" cy="867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>
            <a:lvl1pPr>
              <a:lnSpc>
                <a:spcPts val="3400"/>
              </a:lnSpc>
              <a:defRPr sz="3100" b="1">
                <a:solidFill>
                  <a:srgbClr val="FF531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rPr sz="1400" b="1"/>
              <a:t>Keywords:</a:t>
            </a:r>
          </a:p>
          <a:p/>
          <a:p>
            <a:r>
              <a:rPr sz="1400" b="0"/>
              <a:t>(see separate materials)</a:t>
            </a:r>
          </a:p>
        </p:txBody>
      </p:sp>
      <p:sp>
        <p:nvSpPr>
          <p:cNvPr id="1062" name="featpaper-node:437:5318"/>
          <p:cNvSpPr txBox="1"/>
          <p:nvPr/>
        </p:nvSpPr>
        <p:spPr>
          <a:xfrm>
            <a:off x="1333500" y="3000824"/>
            <a:ext cx="15915662" cy="576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ts val="4500"/>
              </a:lnSpc>
              <a:defRPr sz="4100" b="1">
                <a:solidFill>
                  <a:srgbClr val="FFFFF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t>Task No. 2: Establishing communication with the second station</a:t>
            </a:r>
          </a:p>
        </p:txBody>
      </p:sp>
      <p:pic>
        <p:nvPicPr>
          <p:cNvPr id="1063" name="featpaper-node:437:5321" descr="featpaper-node:437:53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1270000"/>
            <a:ext cx="2705100" cy="431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4" name="featpaper-node:437:5323" descr="featpaper-node:437:53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130300"/>
            <a:ext cx="2794000" cy="86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5" name="featpaper-node:437:5325" descr="featpaper-node:437:53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170" y="1336376"/>
            <a:ext cx="518034" cy="300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6" name="featpaper-node:437:5326" descr="featpaper-node:437:53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0242" y="1546590"/>
            <a:ext cx="504243" cy="2153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7" name="featpaper-node:437:5327" descr="featpaper-node:437:53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4700" y="1600509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8" name="featpaper-node:437:5328" descr="featpaper-node:437:53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1861" y="1598072"/>
            <a:ext cx="148197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9" name="featpaper-node:437:5329" descr="featpaper-node:437:53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214" y="1600818"/>
            <a:ext cx="15761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0" name="featpaper-node:437:5330" descr="featpaper-node:437:53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2543" y="1600509"/>
            <a:ext cx="134504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1" name="featpaper-node:437:5331" descr="featpaper-node:437:53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8336" y="1597161"/>
            <a:ext cx="138548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2" name="featpaper-node:437:5332" descr="featpaper-node:437:53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1984" y="1334547"/>
            <a:ext cx="134504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3" name="featpaper-node:437:5333" descr="featpaper-node:437:53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74919" y="1331806"/>
            <a:ext cx="160177" cy="168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4" name="featpaper-node:437:5334" descr="featpaper-node:437:53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40713" y="1334547"/>
            <a:ext cx="116881" cy="162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5" name="featpaper-node:437:5335" descr="featpaper-node:437:533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16852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6" name="featpaper-node:437:5336" descr="featpaper-node:437:53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9878" y="1334547"/>
            <a:ext cx="14626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7" name="featpaper-node:437:5337" descr="featpaper-node:437:53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997" y="1334547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8" name="featpaper-node:437:5338" descr="featpaper-node:437:53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8493" y="1334547"/>
            <a:ext cx="11348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9" name="featpaper-node:437:5339" descr="featpaper-node:437:533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89950" y="1334547"/>
            <a:ext cx="15730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0" name="featpaper-node:437:5340" descr="featpaper-node:437:53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53089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90" name="Group 183"/>
          <p:cNvGrpSpPr/>
          <p:nvPr/>
        </p:nvGrpSpPr>
        <p:grpSpPr>
          <a:xfrm>
            <a:off x="1269999" y="11976099"/>
            <a:ext cx="13165460" cy="763906"/>
            <a:chOff x="0" y="0"/>
            <a:chExt cx="13165458" cy="763904"/>
          </a:xfrm>
        </p:grpSpPr>
        <p:pic>
          <p:nvPicPr>
            <p:cNvPr id="1081" name="featpaper-node:437:4940" descr="featpaper-node:437:494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2229319" y="204619"/>
              <a:ext cx="274812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82" name="featpaper-node:437:4941" descr="featpaper-node:437:4941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506982" y="207261"/>
              <a:ext cx="183680" cy="1404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83" name="featpaper-node:437:4942" descr="featpaper-node:437:4942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2058067" y="206244"/>
              <a:ext cx="190005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84" name="featpaper-node:437:4943" descr="featpaper-node:437:4943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2730001" y="206244"/>
              <a:ext cx="190203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85" name="featpaper-node:437:4944" descr="featpaper-node:437:494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2900434" y="204619"/>
              <a:ext cx="265025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86" name="featpaper-node:437:4945" descr="featpaper-node:437:4945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1804055" y="203200"/>
              <a:ext cx="219771" cy="1433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87" name="featpaper-node:437:4993" descr="featpaper-node:437:4993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204146" y="139098"/>
              <a:ext cx="103957" cy="2800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88" name="featpaper-node:437:4994" descr="featpaper-node:437:499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009900" y="50800"/>
              <a:ext cx="468562" cy="4671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89" name="featpaper-node:437:4996" descr="featpaper-node:437:4996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624176" y="86952"/>
              <a:ext cx="170459" cy="183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0" name="featpaper-node:437:4997" descr="featpaper-node:437:4997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822948" y="83089"/>
              <a:ext cx="137531" cy="191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1" name="featpaper-node:437:4998" descr="featpaper-node:437:4998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990715" y="86952"/>
              <a:ext cx="114499" cy="1836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2" name="featpaper-node:437:4999" descr="featpaper-node:437:4999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624486" y="310654"/>
              <a:ext cx="145282" cy="174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3" name="featpaper-node:437:5000" descr="featpaper-node:437:5000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3811426" y="310654"/>
              <a:ext cx="142802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4" name="featpaper-node:437:5001" descr="featpaper-node:437:5001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005250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5" name="featpaper-node:437:5002" descr="featpaper-node:437:5002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049688" y="310654"/>
              <a:ext cx="149474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6" name="featpaper-node:437:5003" descr="featpaper-node:437:5003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224449" y="310654"/>
              <a:ext cx="84907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7" name="featpaper-node:437:5004" descr="featpaper-node:437:5004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345298" y="310654"/>
              <a:ext cx="115690" cy="1723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8" name="featpaper-node:437:5005" descr="featpaper-node:437:5005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477779" y="307107"/>
              <a:ext cx="120205" cy="1779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9" name="featpaper-node:437:5006" descr="featpaper-node:437:5006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633714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00" name="featpaper-node:437:5007" descr="featpaper-node:437:5007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679342" y="310654"/>
              <a:ext cx="136030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01" name="featpaper-node:437:5008" descr="featpaper-node:437:5008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4830105" y="310654"/>
              <a:ext cx="135596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02" name="featpaper-node:437:5009"/>
            <p:cNvSpPr txBox="1"/>
            <p:nvPr/>
          </p:nvSpPr>
          <p:spPr>
            <a:xfrm>
              <a:off x="3023319" y="635000"/>
              <a:ext cx="102302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Project operator</a:t>
              </a:r>
            </a:p>
          </p:txBody>
        </p:sp>
        <p:sp>
          <p:nvSpPr>
            <p:cNvPr id="1103" name="featpaper-node:437:5010"/>
            <p:cNvSpPr txBox="1"/>
            <p:nvPr/>
          </p:nvSpPr>
          <p:spPr>
            <a:xfrm>
              <a:off x="5511800" y="636904"/>
              <a:ext cx="1515539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Partners of the operator</a:t>
              </a:r>
            </a:p>
          </p:txBody>
        </p:sp>
        <p:pic>
          <p:nvPicPr>
            <p:cNvPr id="1104" name="featpaper-node:437:5013" descr="featpaper-node:437:5013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619063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05" name="featpaper-node:437:5014" descr="featpaper-node:437:5014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6863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06" name="featpaper-node:437:5015" descr="featpaper-node:437:5015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846522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07" name="featpaper-node:437:5016" descr="featpaper-node:437:5016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990178" y="115583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08" name="featpaper-node:437:5017" descr="featpaper-node:437:5017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132818" y="115583"/>
              <a:ext cx="134504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09" name="featpaper-node:437:5018" descr="featpaper-node:437:5018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28387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0" name="featpaper-node:437:5019" descr="featpaper-node:437:5019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44133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1" name="featpaper-node:437:5020" descr="featpaper-node:437:5020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594284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2" name="featpaper-node:437:5021" descr="featpaper-node:437:5021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737792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3" name="featpaper-node:437:5022" descr="featpaper-node:437:5022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1796914" y="112271"/>
              <a:ext cx="165585" cy="122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4" name="featpaper-node:437:5023" descr="featpaper-node:437:5023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9818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5" name="featpaper-node:437:5024" descr="featpaper-node:437:5024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213926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6" name="featpaper-node:437:5025" descr="featpaper-node:437:5025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2316175" y="115584"/>
              <a:ext cx="109526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7" name="featpaper-node:437:5026" descr="featpaper-node:437:5026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60802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8" name="featpaper-node:437:5027" descr="featpaper-node:437:5027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746013" y="314505"/>
              <a:ext cx="127100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9" name="featpaper-node:437:5028" descr="featpaper-node:437:5028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864977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20" name="featpaper-node:437:5029" descr="featpaper-node:437:5029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028960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21" name="featpaper-node:437:5030" descr="featpaper-node:437:5030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192808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22" name="featpaper-node:437:5031" descr="featpaper-node:437:5031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371464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23" name="featpaper-node:437:5032" descr="featpaper-node:437:5032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523243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24" name="featpaper-node:437:5033" descr="featpaper-node:437:5033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700026" y="314505"/>
              <a:ext cx="169367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25" name="featpaper-node:437:5034" descr="featpaper-node:437:5034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897273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26" name="featpaper-node:437:5035" descr="featpaper-node:437:5035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202887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27" name="featpaper-node:437:5037" descr="featpaper-node:437:5037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0" y="-1"/>
              <a:ext cx="551087" cy="546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28" name="featpaper-node:437:5039" descr="featpaper-node:437:5039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11844" y="395250"/>
              <a:ext cx="14325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29" name="featpaper-node:437:5040" descr="featpaper-node:437:5040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303857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30" name="featpaper-node:437:5041" descr="featpaper-node:437:5041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247514" y="186829"/>
              <a:ext cx="56072" cy="955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31" name="featpaper-node:437:5042" descr="featpaper-node:437:5042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16780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32" name="featpaper-node:437:5044" descr="featpaper-node:437:5044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16111" y="364163"/>
              <a:ext cx="66552" cy="59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33" name="featpaper-node:437:5045" descr="featpaper-node:437:5045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20110" y="381570"/>
              <a:ext cx="69187" cy="771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34" name="featpaper-node:437:5046" descr="featpaper-node:437:5046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86916" y="380242"/>
              <a:ext cx="76759" cy="76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35" name="featpaper-node:437:5047" descr="featpaper-node:437:5047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139911" y="323955"/>
              <a:ext cx="72679" cy="441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36" name="featpaper-node:437:5048" descr="featpaper-node:437:5048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288441" y="380093"/>
              <a:ext cx="76461" cy="754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37" name="featpaper-node:437:5049" descr="featpaper-node:437:5049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278866" y="349688"/>
              <a:ext cx="67445" cy="516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38" name="featpaper-node:437:5050" descr="featpaper-node:437:5050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84609" y="369714"/>
              <a:ext cx="40830" cy="57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39" name="featpaper-node:437:5051" descr="featpaper-node:437:5051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236252" y="310579"/>
              <a:ext cx="222797" cy="144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40" name="featpaper-node:437:5053" descr="featpaper-node:437:5053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278730" y="417568"/>
              <a:ext cx="79029" cy="91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41" name="featpaper-node:437:5054" descr="featpaper-node:437:5054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94469" y="417674"/>
              <a:ext cx="79029" cy="914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42" name="featpaper-node:437:5055" descr="featpaper-node:437:5055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206214" y="349727"/>
              <a:ext cx="67445" cy="515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43" name="featpaper-node:437:5056" descr="featpaper-node:437:5056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201972" y="323714"/>
              <a:ext cx="61802" cy="418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44" name="featpaper-node:437:5058" descr="featpaper-node:437:5058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261764" y="314212"/>
              <a:ext cx="52103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45" name="featpaper-node:437:5059" descr="featpaper-node:437:5059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369553" y="364300"/>
              <a:ext cx="66651" cy="594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46" name="featpaper-node:437:5060" descr="featpaper-node:437:5060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364877" y="381576"/>
              <a:ext cx="67110" cy="662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47" name="featpaper-node:437:5061" descr="featpaper-node:437:5061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427248" y="370742"/>
              <a:ext cx="40172" cy="56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48" name="featpaper-node:437:5062" descr="featpaper-node:437:5062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340009" y="324086"/>
              <a:ext cx="70186" cy="44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49" name="featpaper-node:437:5063" descr="featpaper-node:437:5063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306636" y="323564"/>
              <a:ext cx="43446" cy="405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50" name="featpaper-node:437:5065" descr="featpaper-node:437:5065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275394" y="200030"/>
              <a:ext cx="13532" cy="24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51" name="featpaper-node:437:5067" descr="featpaper-node:437:5067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247514" y="230733"/>
              <a:ext cx="47787" cy="51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52" name="featpaper-node:437:5068" descr="featpaper-node:437:5068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13512" y="13387"/>
              <a:ext cx="524068" cy="5193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53" name="featpaper-node:437:5069" descr="featpaper-node:437:5069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9581" y="9500"/>
              <a:ext cx="531907" cy="527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54" name="featpaper-node:437:5070" descr="featpaper-node:437:5070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76839" y="76142"/>
              <a:ext cx="397403" cy="3938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55" name="featpaper-node:437:5071" descr="featpaper-node:437:5071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247067" y="106511"/>
              <a:ext cx="56940" cy="564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56" name="featpaper-node:437:5074" descr="featpaper-node:437:5074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0366921" y="224438"/>
              <a:ext cx="136166" cy="175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57" name="featpaper-node:437:5075" descr="featpaper-node:437:5075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519718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58" name="featpaper-node:437:5076" descr="featpaper-node:437:5076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0634960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59" name="featpaper-node:437:5077" descr="featpaper-node:437:5077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10778480" y="229343"/>
              <a:ext cx="32024" cy="166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0" name="featpaper-node:437:5078" descr="featpaper-node:437:5078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835692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1" name="featpaper-node:437:5079" descr="featpaper-node:437:5079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10951046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2" name="featpaper-node:437:5080" descr="featpaper-node:437:5080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11081804" y="272770"/>
              <a:ext cx="121990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3" name="featpaper-node:437:5081" descr="featpaper-node:437:5081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1208580" y="268789"/>
              <a:ext cx="125560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4" name="featpaper-node:437:5083" descr="featpaper-node:437:5083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9857259" y="63500"/>
              <a:ext cx="442244" cy="4430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5" name="featpaper-node:437:5084" descr="featpaper-node:437:5084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9933050" y="172120"/>
              <a:ext cx="289670" cy="2258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6" name="featpaper-node:437:5086" descr="featpaper-node:437:5086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7694861" y="89166"/>
              <a:ext cx="265461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7" name="featpaper-node:437:5087" descr="featpaper-node:437:5087"/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7987506" y="94108"/>
              <a:ext cx="85850" cy="2693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8" name="featpaper-node:437:5088" descr="featpaper-node:437:5088"/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7801359" y="391437"/>
              <a:ext cx="266093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9" name="featpaper-node:437:5089" descr="featpaper-node:437:5089"/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7689155" y="202828"/>
              <a:ext cx="85019" cy="2701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70" name="featpaper-node:437:5090" descr="featpaper-node:437:5090"/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7641940" y="131173"/>
              <a:ext cx="211312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71" name="featpaper-node:437:5091" descr="featpaper-node:437:5091"/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7835131" y="38100"/>
              <a:ext cx="196851" cy="2157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72" name="featpaper-node:437:5092" descr="featpaper-node:437:5092"/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7909259" y="235768"/>
              <a:ext cx="212825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73" name="featpaper-node:437:5093" descr="featpaper-node:437:5093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7729711" y="312365"/>
              <a:ext cx="196020" cy="2157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74" name="featpaper-node:437:5094" descr="featpaper-node:437:5094"/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193075" y="75492"/>
              <a:ext cx="115306" cy="1805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75" name="featpaper-node:437:5095" descr="featpaper-node:437:5095"/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313166" y="128203"/>
              <a:ext cx="87475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76" name="featpaper-node:437:5096" descr="featpaper-node:437:5096"/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407884" y="129028"/>
              <a:ext cx="107343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77" name="featpaper-node:437:5097" descr="featpaper-node:437:5097"/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25669" y="130757"/>
              <a:ext cx="95784" cy="1228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78" name="featpaper-node:437:5098" descr="featpaper-node:437:5098"/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640142" y="79610"/>
              <a:ext cx="96528" cy="1748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79" name="featpaper-node:437:5099" descr="featpaper-node:437:5099"/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879743" y="79611"/>
              <a:ext cx="93391" cy="1747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80" name="featpaper-node:437:5100" descr="featpaper-node:437:5100"/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8741780" y="106113"/>
              <a:ext cx="126443" cy="1696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81" name="featpaper-node:437:5101" descr="featpaper-node:437:5101"/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8194563" y="298697"/>
              <a:ext cx="155836" cy="186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82" name="featpaper-node:437:5102" descr="featpaper-node:437:5102"/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8375762" y="353057"/>
              <a:ext cx="10311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83" name="featpaper-node:437:5103" descr="featpaper-node:437:5103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8489801" y="352064"/>
              <a:ext cx="108373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84" name="featpaper-node:437:5104" descr="featpaper-node:437:5104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60967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85" name="featpaper-node:437:5105" descr="featpaper-node:437:5105"/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8724069" y="352233"/>
              <a:ext cx="181360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86" name="featpaper-node:437:5106" descr="featpaper-node:437:5106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93006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87" name="featpaper-node:437:5107" descr="featpaper-node:437:5107"/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9043640" y="353057"/>
              <a:ext cx="11230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88" name="featpaper-node:437:5108" descr="featpaper-node:437:5108"/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9172202" y="318460"/>
              <a:ext cx="80877" cy="1640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89" name="Picture 295" descr="Picture 295"/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5518525" y="50800"/>
              <a:ext cx="1617681" cy="4778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2" name="featpaper-node:437:6769" descr="featpaper-node:437:67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3" name="featpaper-node:437:5311" descr="featpaper-node:437:53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6800"/>
            <a:ext cx="381000" cy="86614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4" name="featpaper-node:437:5312"/>
          <p:cNvSpPr txBox="1"/>
          <p:nvPr/>
        </p:nvSpPr>
        <p:spPr>
          <a:xfrm>
            <a:off x="12827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Task overview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  <a:p/>
          <a:p>
            <a:r>
              <a:rPr sz="1400" b="0"/>
              <a:t>Practical task overviews — covered in separate materials.</a:t>
            </a:r>
          </a:p>
        </p:txBody>
      </p:sp>
      <p:sp>
        <p:nvSpPr>
          <p:cNvPr id="1195" name="featpaper-node:437:5313"/>
          <p:cNvSpPr txBox="1"/>
          <p:nvPr/>
        </p:nvSpPr>
        <p:spPr>
          <a:xfrm>
            <a:off x="68580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 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</p:txBody>
      </p:sp>
      <p:sp>
        <p:nvSpPr>
          <p:cNvPr id="1196" name="featpaper-node:437:5314"/>
          <p:cNvSpPr txBox="1"/>
          <p:nvPr/>
        </p:nvSpPr>
        <p:spPr>
          <a:xfrm>
            <a:off x="123825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 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</p:txBody>
      </p:sp>
      <p:sp>
        <p:nvSpPr>
          <p:cNvPr id="1197" name="featpaper-node:437:5315"/>
          <p:cNvSpPr txBox="1"/>
          <p:nvPr/>
        </p:nvSpPr>
        <p:spPr>
          <a:xfrm>
            <a:off x="17932400" y="4292600"/>
            <a:ext cx="5214621" cy="4264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  <a:r>
              <a:rPr sz="1400" b="1"/>
              <a:t> </a:t>
            </a:r>
          </a:p>
          <a:p>
            <a:pPr>
              <a:lnSpc>
                <a:spcPts val="2400"/>
              </a:lnSpc>
              <a:defRPr sz="2000"/>
            </a:pPr>
            <a:endParaRPr/>
          </a:p>
          <a:p>
            <a:pPr>
              <a:lnSpc>
                <a:spcPts val="2400"/>
              </a:lnSpc>
              <a:defRPr sz="2000">
                <a:solidFill>
                  <a:srgbClr val="FFFFFF"/>
                </a:solidFill>
                <a:latin typeface="TT Norms Pro"/>
                <a:ea typeface="TT Norms Pro"/>
                <a:cs typeface="TT Norms Pro"/>
                <a:sym typeface="TT Norms Pro"/>
              </a:defRPr>
            </a:pPr>
          </a:p>
        </p:txBody>
      </p:sp>
      <p:pic>
        <p:nvPicPr>
          <p:cNvPr id="1198" name="featpaper-node:437:5316" descr="featpaper-node:437:53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9499600"/>
            <a:ext cx="76200" cy="12954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9" name="featpaper-node:437:5317"/>
          <p:cNvSpPr txBox="1"/>
          <p:nvPr/>
        </p:nvSpPr>
        <p:spPr>
          <a:xfrm>
            <a:off x="1663700" y="9499600"/>
            <a:ext cx="4389121" cy="867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wrap="square">
            <a:spAutoFit/>
          </a:bodyPr>
          <a:lstStyle>
            <a:lvl1pPr>
              <a:lnSpc>
                <a:spcPts val="3400"/>
              </a:lnSpc>
              <a:defRPr sz="3100" b="1">
                <a:solidFill>
                  <a:srgbClr val="FF531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rPr sz="1400" b="1"/>
              <a:t>Keywords:</a:t>
            </a:r>
          </a:p>
          <a:p/>
          <a:p>
            <a:r>
              <a:rPr sz="1400" b="0"/>
              <a:t>(see separate materials)</a:t>
            </a:r>
          </a:p>
        </p:txBody>
      </p:sp>
      <p:sp>
        <p:nvSpPr>
          <p:cNvPr id="1200" name="featpaper-node:437:5318"/>
          <p:cNvSpPr txBox="1"/>
          <p:nvPr/>
        </p:nvSpPr>
        <p:spPr>
          <a:xfrm>
            <a:off x="1333500" y="3000824"/>
            <a:ext cx="13631497" cy="576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ts val="4500"/>
              </a:lnSpc>
              <a:defRPr sz="4100" b="1">
                <a:solidFill>
                  <a:srgbClr val="FFFFF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t>Task No. 3: Localization of the descent capsule beacon</a:t>
            </a:r>
          </a:p>
        </p:txBody>
      </p:sp>
      <p:pic>
        <p:nvPicPr>
          <p:cNvPr id="1201" name="featpaper-node:437:5321" descr="featpaper-node:437:53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1270000"/>
            <a:ext cx="2705100" cy="431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2" name="featpaper-node:437:5323" descr="featpaper-node:437:53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130300"/>
            <a:ext cx="2794000" cy="86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3" name="featpaper-node:437:5325" descr="featpaper-node:437:53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170" y="1336376"/>
            <a:ext cx="518034" cy="300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4" name="featpaper-node:437:5326" descr="featpaper-node:437:53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0242" y="1546590"/>
            <a:ext cx="504243" cy="2153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5" name="featpaper-node:437:5327" descr="featpaper-node:437:53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4700" y="1600509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6" name="featpaper-node:437:5328" descr="featpaper-node:437:53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1861" y="1598072"/>
            <a:ext cx="148197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7" name="featpaper-node:437:5329" descr="featpaper-node:437:53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214" y="1600818"/>
            <a:ext cx="15761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8" name="featpaper-node:437:5330" descr="featpaper-node:437:53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2543" y="1600509"/>
            <a:ext cx="134504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9" name="featpaper-node:437:5331" descr="featpaper-node:437:53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8336" y="1597161"/>
            <a:ext cx="138548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0" name="featpaper-node:437:5332" descr="featpaper-node:437:53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1984" y="1334547"/>
            <a:ext cx="134504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1" name="featpaper-node:437:5333" descr="featpaper-node:437:53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74919" y="1331806"/>
            <a:ext cx="160177" cy="168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2" name="featpaper-node:437:5334" descr="featpaper-node:437:53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40713" y="1334547"/>
            <a:ext cx="116881" cy="162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3" name="featpaper-node:437:5335" descr="featpaper-node:437:533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16852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4" name="featpaper-node:437:5336" descr="featpaper-node:437:53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9878" y="1334547"/>
            <a:ext cx="14626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5" name="featpaper-node:437:5337" descr="featpaper-node:437:53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997" y="1334547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6" name="featpaper-node:437:5338" descr="featpaper-node:437:53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8493" y="1334547"/>
            <a:ext cx="11348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7" name="featpaper-node:437:5339" descr="featpaper-node:437:533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89950" y="1334547"/>
            <a:ext cx="15730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8" name="featpaper-node:437:5340" descr="featpaper-node:437:53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53089" y="1334547"/>
            <a:ext cx="143781" cy="16268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28" name="Group 183"/>
          <p:cNvGrpSpPr/>
          <p:nvPr/>
        </p:nvGrpSpPr>
        <p:grpSpPr>
          <a:xfrm>
            <a:off x="1269999" y="11976099"/>
            <a:ext cx="13165460" cy="763906"/>
            <a:chOff x="0" y="0"/>
            <a:chExt cx="13165458" cy="763904"/>
          </a:xfrm>
        </p:grpSpPr>
        <p:pic>
          <p:nvPicPr>
            <p:cNvPr id="1219" name="featpaper-node:437:4940" descr="featpaper-node:437:494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2229319" y="204619"/>
              <a:ext cx="274812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20" name="featpaper-node:437:4941" descr="featpaper-node:437:4941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506982" y="207261"/>
              <a:ext cx="183680" cy="1404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21" name="featpaper-node:437:4942" descr="featpaper-node:437:4942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2058067" y="206244"/>
              <a:ext cx="190005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22" name="featpaper-node:437:4943" descr="featpaper-node:437:4943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2730001" y="206244"/>
              <a:ext cx="190203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23" name="featpaper-node:437:4944" descr="featpaper-node:437:494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2900434" y="204619"/>
              <a:ext cx="265025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24" name="featpaper-node:437:4945" descr="featpaper-node:437:4945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1804055" y="203200"/>
              <a:ext cx="219771" cy="1433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25" name="featpaper-node:437:4993" descr="featpaper-node:437:4993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204146" y="139098"/>
              <a:ext cx="103957" cy="2800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26" name="featpaper-node:437:4994" descr="featpaper-node:437:499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009900" y="50800"/>
              <a:ext cx="468562" cy="4671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27" name="featpaper-node:437:4996" descr="featpaper-node:437:4996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624176" y="86952"/>
              <a:ext cx="170459" cy="183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28" name="featpaper-node:437:4997" descr="featpaper-node:437:4997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822948" y="83089"/>
              <a:ext cx="137531" cy="191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29" name="featpaper-node:437:4998" descr="featpaper-node:437:4998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990715" y="86952"/>
              <a:ext cx="114499" cy="1836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30" name="featpaper-node:437:4999" descr="featpaper-node:437:4999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624486" y="310654"/>
              <a:ext cx="145282" cy="174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31" name="featpaper-node:437:5000" descr="featpaper-node:437:5000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3811426" y="310654"/>
              <a:ext cx="142802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32" name="featpaper-node:437:5001" descr="featpaper-node:437:5001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005250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33" name="featpaper-node:437:5002" descr="featpaper-node:437:5002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049688" y="310654"/>
              <a:ext cx="149474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34" name="featpaper-node:437:5003" descr="featpaper-node:437:5003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224449" y="310654"/>
              <a:ext cx="84907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35" name="featpaper-node:437:5004" descr="featpaper-node:437:5004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345298" y="310654"/>
              <a:ext cx="115690" cy="1723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36" name="featpaper-node:437:5005" descr="featpaper-node:437:5005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477779" y="307107"/>
              <a:ext cx="120205" cy="1779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37" name="featpaper-node:437:5006" descr="featpaper-node:437:5006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633714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38" name="featpaper-node:437:5007" descr="featpaper-node:437:5007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679342" y="310654"/>
              <a:ext cx="136030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39" name="featpaper-node:437:5008" descr="featpaper-node:437:5008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4830105" y="310654"/>
              <a:ext cx="135596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40" name="featpaper-node:437:5009"/>
            <p:cNvSpPr txBox="1"/>
            <p:nvPr/>
          </p:nvSpPr>
          <p:spPr>
            <a:xfrm>
              <a:off x="3023319" y="635000"/>
              <a:ext cx="102302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Project operator</a:t>
              </a:r>
            </a:p>
          </p:txBody>
        </p:sp>
        <p:sp>
          <p:nvSpPr>
            <p:cNvPr id="1241" name="featpaper-node:437:5010"/>
            <p:cNvSpPr txBox="1"/>
            <p:nvPr/>
          </p:nvSpPr>
          <p:spPr>
            <a:xfrm>
              <a:off x="5511800" y="636904"/>
              <a:ext cx="1515539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Partners of the operator</a:t>
              </a:r>
            </a:p>
          </p:txBody>
        </p:sp>
        <p:pic>
          <p:nvPicPr>
            <p:cNvPr id="1242" name="featpaper-node:437:5013" descr="featpaper-node:437:5013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619063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43" name="featpaper-node:437:5014" descr="featpaper-node:437:5014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6863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44" name="featpaper-node:437:5015" descr="featpaper-node:437:5015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846522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45" name="featpaper-node:437:5016" descr="featpaper-node:437:5016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990178" y="115583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46" name="featpaper-node:437:5017" descr="featpaper-node:437:5017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132818" y="115583"/>
              <a:ext cx="134504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47" name="featpaper-node:437:5018" descr="featpaper-node:437:5018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28387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48" name="featpaper-node:437:5019" descr="featpaper-node:437:5019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44133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49" name="featpaper-node:437:5020" descr="featpaper-node:437:5020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594284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50" name="featpaper-node:437:5021" descr="featpaper-node:437:5021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737792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51" name="featpaper-node:437:5022" descr="featpaper-node:437:5022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1796914" y="112271"/>
              <a:ext cx="165585" cy="122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52" name="featpaper-node:437:5023" descr="featpaper-node:437:5023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9818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53" name="featpaper-node:437:5024" descr="featpaper-node:437:5024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213926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54" name="featpaper-node:437:5025" descr="featpaper-node:437:5025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2316175" y="115584"/>
              <a:ext cx="109526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55" name="featpaper-node:437:5026" descr="featpaper-node:437:5026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60802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56" name="featpaper-node:437:5027" descr="featpaper-node:437:5027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746013" y="314505"/>
              <a:ext cx="127100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57" name="featpaper-node:437:5028" descr="featpaper-node:437:5028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864977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58" name="featpaper-node:437:5029" descr="featpaper-node:437:5029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028960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59" name="featpaper-node:437:5030" descr="featpaper-node:437:5030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192808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60" name="featpaper-node:437:5031" descr="featpaper-node:437:5031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371464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61" name="featpaper-node:437:5032" descr="featpaper-node:437:5032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523243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62" name="featpaper-node:437:5033" descr="featpaper-node:437:5033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700026" y="314505"/>
              <a:ext cx="169367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63" name="featpaper-node:437:5034" descr="featpaper-node:437:5034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897273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64" name="featpaper-node:437:5035" descr="featpaper-node:437:5035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202887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65" name="featpaper-node:437:5037" descr="featpaper-node:437:5037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0" y="-1"/>
              <a:ext cx="551087" cy="546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66" name="featpaper-node:437:5039" descr="featpaper-node:437:5039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11844" y="395250"/>
              <a:ext cx="14325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67" name="featpaper-node:437:5040" descr="featpaper-node:437:5040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303857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68" name="featpaper-node:437:5041" descr="featpaper-node:437:5041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247514" y="186829"/>
              <a:ext cx="56072" cy="955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69" name="featpaper-node:437:5042" descr="featpaper-node:437:5042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16780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70" name="featpaper-node:437:5044" descr="featpaper-node:437:5044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16111" y="364163"/>
              <a:ext cx="66552" cy="59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71" name="featpaper-node:437:5045" descr="featpaper-node:437:5045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20110" y="381570"/>
              <a:ext cx="69187" cy="771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72" name="featpaper-node:437:5046" descr="featpaper-node:437:5046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86916" y="380242"/>
              <a:ext cx="76759" cy="76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73" name="featpaper-node:437:5047" descr="featpaper-node:437:5047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139911" y="323955"/>
              <a:ext cx="72679" cy="441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74" name="featpaper-node:437:5048" descr="featpaper-node:437:5048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288441" y="380093"/>
              <a:ext cx="76461" cy="754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75" name="featpaper-node:437:5049" descr="featpaper-node:437:5049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278866" y="349688"/>
              <a:ext cx="67445" cy="516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76" name="featpaper-node:437:5050" descr="featpaper-node:437:5050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84609" y="369714"/>
              <a:ext cx="40830" cy="57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77" name="featpaper-node:437:5051" descr="featpaper-node:437:5051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236252" y="310579"/>
              <a:ext cx="222797" cy="144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78" name="featpaper-node:437:5053" descr="featpaper-node:437:5053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278730" y="417568"/>
              <a:ext cx="79029" cy="91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79" name="featpaper-node:437:5054" descr="featpaper-node:437:5054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94469" y="417674"/>
              <a:ext cx="79029" cy="914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0" name="featpaper-node:437:5055" descr="featpaper-node:437:5055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206214" y="349727"/>
              <a:ext cx="67445" cy="515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1" name="featpaper-node:437:5056" descr="featpaper-node:437:5056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201972" y="323714"/>
              <a:ext cx="61802" cy="418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2" name="featpaper-node:437:5058" descr="featpaper-node:437:5058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261764" y="314212"/>
              <a:ext cx="52103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3" name="featpaper-node:437:5059" descr="featpaper-node:437:5059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369553" y="364300"/>
              <a:ext cx="66651" cy="594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4" name="featpaper-node:437:5060" descr="featpaper-node:437:5060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364877" y="381576"/>
              <a:ext cx="67110" cy="662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5" name="featpaper-node:437:5061" descr="featpaper-node:437:5061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427248" y="370742"/>
              <a:ext cx="40172" cy="56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6" name="featpaper-node:437:5062" descr="featpaper-node:437:5062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340009" y="324086"/>
              <a:ext cx="70186" cy="44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7" name="featpaper-node:437:5063" descr="featpaper-node:437:5063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306636" y="323564"/>
              <a:ext cx="43446" cy="405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8" name="featpaper-node:437:5065" descr="featpaper-node:437:5065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275394" y="200030"/>
              <a:ext cx="13532" cy="24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9" name="featpaper-node:437:5067" descr="featpaper-node:437:5067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247514" y="230733"/>
              <a:ext cx="47787" cy="51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0" name="featpaper-node:437:5068" descr="featpaper-node:437:5068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13512" y="13387"/>
              <a:ext cx="524068" cy="5193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1" name="featpaper-node:437:5069" descr="featpaper-node:437:5069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9581" y="9500"/>
              <a:ext cx="531907" cy="527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2" name="featpaper-node:437:5070" descr="featpaper-node:437:5070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76839" y="76142"/>
              <a:ext cx="397403" cy="3938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3" name="featpaper-node:437:5071" descr="featpaper-node:437:5071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247067" y="106511"/>
              <a:ext cx="56940" cy="564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4" name="featpaper-node:437:5074" descr="featpaper-node:437:5074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0366921" y="224438"/>
              <a:ext cx="136166" cy="175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5" name="featpaper-node:437:5075" descr="featpaper-node:437:5075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519718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6" name="featpaper-node:437:5076" descr="featpaper-node:437:5076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0634960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7" name="featpaper-node:437:5077" descr="featpaper-node:437:5077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10778480" y="229343"/>
              <a:ext cx="32024" cy="166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8" name="featpaper-node:437:5078" descr="featpaper-node:437:5078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835692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9" name="featpaper-node:437:5079" descr="featpaper-node:437:5079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10951046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0" name="featpaper-node:437:5080" descr="featpaper-node:437:5080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11081804" y="272770"/>
              <a:ext cx="121990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1" name="featpaper-node:437:5081" descr="featpaper-node:437:5081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1208580" y="268789"/>
              <a:ext cx="125560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2" name="featpaper-node:437:5083" descr="featpaper-node:437:5083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9857259" y="63500"/>
              <a:ext cx="442244" cy="4430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3" name="featpaper-node:437:5084" descr="featpaper-node:437:5084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9933050" y="172120"/>
              <a:ext cx="289670" cy="2258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4" name="featpaper-node:437:5086" descr="featpaper-node:437:5086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7694861" y="89166"/>
              <a:ext cx="265461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5" name="featpaper-node:437:5087" descr="featpaper-node:437:5087"/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7987506" y="94108"/>
              <a:ext cx="85850" cy="2693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6" name="featpaper-node:437:5088" descr="featpaper-node:437:5088"/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7801359" y="391437"/>
              <a:ext cx="266093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7" name="featpaper-node:437:5089" descr="featpaper-node:437:5089"/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7689155" y="202828"/>
              <a:ext cx="85019" cy="2701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8" name="featpaper-node:437:5090" descr="featpaper-node:437:5090"/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7641940" y="131173"/>
              <a:ext cx="211312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9" name="featpaper-node:437:5091" descr="featpaper-node:437:5091"/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7835131" y="38100"/>
              <a:ext cx="196851" cy="2157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10" name="featpaper-node:437:5092" descr="featpaper-node:437:5092"/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7909259" y="235768"/>
              <a:ext cx="212825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11" name="featpaper-node:437:5093" descr="featpaper-node:437:5093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7729711" y="312365"/>
              <a:ext cx="196020" cy="2157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12" name="featpaper-node:437:5094" descr="featpaper-node:437:5094"/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193075" y="75492"/>
              <a:ext cx="115306" cy="1805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13" name="featpaper-node:437:5095" descr="featpaper-node:437:5095"/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313166" y="128203"/>
              <a:ext cx="87475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14" name="featpaper-node:437:5096" descr="featpaper-node:437:5096"/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407884" y="129028"/>
              <a:ext cx="107343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15" name="featpaper-node:437:5097" descr="featpaper-node:437:5097"/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25669" y="130757"/>
              <a:ext cx="95784" cy="1228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16" name="featpaper-node:437:5098" descr="featpaper-node:437:5098"/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640142" y="79610"/>
              <a:ext cx="96528" cy="1748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17" name="featpaper-node:437:5099" descr="featpaper-node:437:5099"/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879743" y="79611"/>
              <a:ext cx="93391" cy="1747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18" name="featpaper-node:437:5100" descr="featpaper-node:437:5100"/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8741780" y="106113"/>
              <a:ext cx="126443" cy="1696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19" name="featpaper-node:437:5101" descr="featpaper-node:437:5101"/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8194563" y="298697"/>
              <a:ext cx="155836" cy="186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0" name="featpaper-node:437:5102" descr="featpaper-node:437:5102"/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8375762" y="353057"/>
              <a:ext cx="10311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1" name="featpaper-node:437:5103" descr="featpaper-node:437:5103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8489801" y="352064"/>
              <a:ext cx="108373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2" name="featpaper-node:437:5104" descr="featpaper-node:437:5104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60967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3" name="featpaper-node:437:5105" descr="featpaper-node:437:5105"/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8724069" y="352233"/>
              <a:ext cx="181360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4" name="featpaper-node:437:5106" descr="featpaper-node:437:5106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93006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5" name="featpaper-node:437:5107" descr="featpaper-node:437:5107"/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9043640" y="353057"/>
              <a:ext cx="11230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6" name="featpaper-node:437:5108" descr="featpaper-node:437:5108"/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9172202" y="318460"/>
              <a:ext cx="80877" cy="1640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7" name="Picture 295" descr="Picture 295"/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5518525" y="50800"/>
              <a:ext cx="1617681" cy="4778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featpaper-node:437:5576" descr="featpaper-node:437:55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1" name="featpaper-node:437:5577" descr="featpaper-node:437:55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6800"/>
            <a:ext cx="381000" cy="8661400"/>
          </a:xfrm>
          <a:prstGeom prst="rect">
            <a:avLst/>
          </a:prstGeom>
          <a:ln w="12700">
            <a:miter lim="400000"/>
          </a:ln>
        </p:spPr>
      </p:pic>
      <p:sp>
        <p:nvSpPr>
          <p:cNvPr id="1332" name="featpaper-node:437:5578"/>
          <p:cNvSpPr txBox="1"/>
          <p:nvPr/>
        </p:nvSpPr>
        <p:spPr>
          <a:xfrm>
            <a:off x="1333500" y="3007174"/>
            <a:ext cx="1372673" cy="576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ts val="4500"/>
              </a:lnSpc>
              <a:defRPr sz="4100" b="1">
                <a:solidFill>
                  <a:srgbClr val="FFFFFF"/>
                </a:solidFill>
                <a:latin typeface="TT Norms Pro ExtraBold"/>
                <a:ea typeface="TT Norms Pro ExtraBold"/>
                <a:cs typeface="TT Norms Pro ExtraBold"/>
                <a:sym typeface="TT Norms Pro ExtraBold"/>
              </a:defRPr>
            </a:lvl1pPr>
          </a:lstStyle>
          <a:p>
            <a:r>
              <a:t>Icons</a:t>
            </a:r>
          </a:p>
        </p:txBody>
      </p:sp>
      <p:pic>
        <p:nvPicPr>
          <p:cNvPr id="1333" name="featpaper-node:437:5579" descr="featpaper-node:437:55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800" y="4813300"/>
            <a:ext cx="1397000" cy="1752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4" name="featpaper-node:437:5580" descr="featpaper-node:437:55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4953000"/>
            <a:ext cx="1447800" cy="146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5" name="featpaper-node:437:5581" descr="featpaper-node:437:558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800" y="4965700"/>
            <a:ext cx="1422400" cy="144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6" name="featpaper-node:437:5582" descr="featpaper-node:437:55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900" y="4889500"/>
            <a:ext cx="1460500" cy="158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7" name="featpaper-node:437:5583" descr="featpaper-node:437:558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95300" y="4762500"/>
            <a:ext cx="1612900" cy="1854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8" name="featpaper-node:437:5584" descr="featpaper-node:437:558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5500" y="7416800"/>
            <a:ext cx="1651000" cy="165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9" name="featpaper-node:437:5585" descr="featpaper-node:437:558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900" y="7391400"/>
            <a:ext cx="2527300" cy="172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0" name="featpaper-node:437:5586" descr="featpaper-node:437:558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5700" y="7327900"/>
            <a:ext cx="2146300" cy="1828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1" name="featpaper-node:437:5587" descr="featpaper-node:437:558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322300" y="7442200"/>
            <a:ext cx="1384300" cy="1600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2" name="featpaper-node:437:5588" descr="featpaper-node:437:558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16800" y="7569200"/>
            <a:ext cx="1511300" cy="1346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3" name="featpaper-node:437:5591" descr="featpaper-node:437:559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99000" y="1270000"/>
            <a:ext cx="2705100" cy="431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4" name="featpaper-node:437:5593" descr="featpaper-node:437:559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0000" y="1130300"/>
            <a:ext cx="2794000" cy="86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5" name="featpaper-node:437:5595" descr="featpaper-node:437:559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84181" y="1336376"/>
            <a:ext cx="518047" cy="300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6" name="featpaper-node:437:5596" descr="featpaper-node:437:559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0254" y="1546590"/>
            <a:ext cx="504254" cy="2153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7" name="featpaper-node:437:5597" descr="featpaper-node:437:559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94713" y="1600509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8" name="featpaper-node:437:5598" descr="featpaper-node:437:559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21874" y="1598072"/>
            <a:ext cx="148209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9" name="featpaper-node:437:5599" descr="featpaper-node:437:559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53227" y="1600818"/>
            <a:ext cx="157610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0" name="featpaper-node:437:5600" descr="featpaper-node:437:560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22556" y="1600509"/>
            <a:ext cx="134517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1" name="featpaper-node:437:5601" descr="featpaper-node:437:560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58349" y="1597161"/>
            <a:ext cx="138560" cy="169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2" name="featpaper-node:437:5602" descr="featpaper-node:437:560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62008" y="1334547"/>
            <a:ext cx="134517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3" name="featpaper-node:437:5603" descr="featpaper-node:437:560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4932" y="1331806"/>
            <a:ext cx="160165" cy="168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4" name="featpaper-node:437:5604" descr="featpaper-node:437:560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40713" y="1334547"/>
            <a:ext cx="116881" cy="162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5" name="featpaper-node:437:5605" descr="featpaper-node:437:560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16876" y="1334547"/>
            <a:ext cx="143794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6" name="featpaper-node:437:5606" descr="featpaper-node:437:560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49891" y="1334547"/>
            <a:ext cx="146249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7" name="featpaper-node:437:5607" descr="featpaper-node:437:560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2997" y="1334547"/>
            <a:ext cx="120279" cy="163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8" name="featpaper-node:437:5608" descr="featpaper-node:437:560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68506" y="1334547"/>
            <a:ext cx="113482" cy="16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9" name="featpaper-node:437:5609" descr="featpaper-node:437:560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89962" y="1334547"/>
            <a:ext cx="157288" cy="16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0" name="featpaper-node:437:5610" descr="featpaper-node:437:561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53115" y="1334547"/>
            <a:ext cx="143794" cy="16268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70" name="Group 187"/>
          <p:cNvGrpSpPr/>
          <p:nvPr/>
        </p:nvGrpSpPr>
        <p:grpSpPr>
          <a:xfrm>
            <a:off x="1269999" y="11976099"/>
            <a:ext cx="13165460" cy="763906"/>
            <a:chOff x="0" y="0"/>
            <a:chExt cx="13165458" cy="763904"/>
          </a:xfrm>
        </p:grpSpPr>
        <p:pic>
          <p:nvPicPr>
            <p:cNvPr id="1361" name="featpaper-node:437:4940" descr="featpaper-node:437:4940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2229319" y="204619"/>
              <a:ext cx="274812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62" name="featpaper-node:437:4941" descr="featpaper-node:437:4941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2506982" y="207261"/>
              <a:ext cx="183680" cy="1404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63" name="featpaper-node:437:4942" descr="featpaper-node:437:4942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2058067" y="206244"/>
              <a:ext cx="190005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64" name="featpaper-node:437:4943" descr="featpaper-node:437:4943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2730001" y="206244"/>
              <a:ext cx="190203" cy="139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65" name="featpaper-node:437:4944" descr="featpaper-node:437:4944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2900434" y="204619"/>
              <a:ext cx="265025" cy="143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66" name="featpaper-node:437:4945" descr="featpaper-node:437:4945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1804055" y="203200"/>
              <a:ext cx="219771" cy="1433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67" name="featpaper-node:437:4993" descr="featpaper-node:437:4993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3204146" y="139098"/>
              <a:ext cx="103957" cy="2800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68" name="featpaper-node:437:4994" descr="featpaper-node:437:4994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3009900" y="50800"/>
              <a:ext cx="468562" cy="4671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69" name="featpaper-node:437:4996" descr="featpaper-node:437:4996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624176" y="86952"/>
              <a:ext cx="170459" cy="183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0" name="featpaper-node:437:4997" descr="featpaper-node:437:4997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3822948" y="83089"/>
              <a:ext cx="137531" cy="191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1" name="featpaper-node:437:4998" descr="featpaper-node:437:4998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3990715" y="86952"/>
              <a:ext cx="114499" cy="1836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2" name="featpaper-node:437:4999" descr="featpaper-node:437:4999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3624486" y="310654"/>
              <a:ext cx="145282" cy="174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3" name="featpaper-node:437:5000" descr="featpaper-node:437:5000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3811426" y="310654"/>
              <a:ext cx="142802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4" name="featpaper-node:437:5001" descr="featpaper-node:437:5001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005250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5" name="featpaper-node:437:5002" descr="featpaper-node:437:5002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4049688" y="310654"/>
              <a:ext cx="149474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6" name="featpaper-node:437:5003" descr="featpaper-node:437:5003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4224449" y="310654"/>
              <a:ext cx="84907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7" name="featpaper-node:437:5004" descr="featpaper-node:437:5004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4345298" y="310654"/>
              <a:ext cx="115690" cy="1723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8" name="featpaper-node:437:5005" descr="featpaper-node:437:5005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4477779" y="307107"/>
              <a:ext cx="120205" cy="1779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9" name="featpaper-node:437:5006" descr="featpaper-node:437:5006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633714" y="310654"/>
              <a:ext cx="19051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80" name="featpaper-node:437:5007" descr="featpaper-node:437:5007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4679342" y="310654"/>
              <a:ext cx="136030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81" name="featpaper-node:437:5008" descr="featpaper-node:437:5008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4830105" y="310654"/>
              <a:ext cx="135596" cy="1708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82" name="featpaper-node:437:5009"/>
            <p:cNvSpPr txBox="1"/>
            <p:nvPr/>
          </p:nvSpPr>
          <p:spPr>
            <a:xfrm>
              <a:off x="3023319" y="635000"/>
              <a:ext cx="102302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Project operator</a:t>
              </a:r>
            </a:p>
          </p:txBody>
        </p:sp>
        <p:sp>
          <p:nvSpPr>
            <p:cNvPr id="1383" name="featpaper-node:437:5010"/>
            <p:cNvSpPr txBox="1"/>
            <p:nvPr/>
          </p:nvSpPr>
          <p:spPr>
            <a:xfrm>
              <a:off x="5511800" y="636904"/>
              <a:ext cx="1515539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ts val="900"/>
                </a:lnSpc>
                <a:defRPr sz="900" spc="97">
                  <a:solidFill>
                    <a:srgbClr val="6C6A72"/>
                  </a:solidFill>
                  <a:latin typeface="TT Norms Pro"/>
                  <a:ea typeface="TT Norms Pro"/>
                  <a:cs typeface="TT Norms Pro"/>
                  <a:sym typeface="TT Norms Pro"/>
                </a:defRPr>
              </a:lvl1pPr>
            </a:lstStyle>
            <a:p>
              <a:r>
                <a:t>Partners of the operator</a:t>
              </a:r>
            </a:p>
          </p:txBody>
        </p:sp>
        <p:pic>
          <p:nvPicPr>
            <p:cNvPr id="1384" name="featpaper-node:437:5013" descr="featpaper-node:437:5013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619063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85" name="featpaper-node:437:5014" descr="featpaper-node:437:5014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6863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86" name="featpaper-node:437:5015" descr="featpaper-node:437:5015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846522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87" name="featpaper-node:437:5016" descr="featpaper-node:437:5016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990178" y="115583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88" name="featpaper-node:437:5017" descr="featpaper-node:437:5017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132818" y="115583"/>
              <a:ext cx="134504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89" name="featpaper-node:437:5018" descr="featpaper-node:437:5018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28387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90" name="featpaper-node:437:5019" descr="featpaper-node:437:5019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44133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91" name="featpaper-node:437:5020" descr="featpaper-node:437:5020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594284" y="115584"/>
              <a:ext cx="12796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92" name="featpaper-node:437:5021" descr="featpaper-node:437:5021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1737792" y="115584"/>
              <a:ext cx="39651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93" name="featpaper-node:437:5022" descr="featpaper-node:437:5022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796914" y="112271"/>
              <a:ext cx="165585" cy="122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94" name="featpaper-node:437:5023" descr="featpaper-node:437:5023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981808" y="115584"/>
              <a:ext cx="144674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95" name="featpaper-node:437:5024" descr="featpaper-node:437:5024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2139268" y="115584"/>
              <a:ext cx="163848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96" name="featpaper-node:437:5025" descr="featpaper-node:437:5025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2316175" y="115584"/>
              <a:ext cx="109526" cy="116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97" name="featpaper-node:437:5026" descr="featpaper-node:437:5026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60802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98" name="featpaper-node:437:5027" descr="featpaper-node:437:5027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746013" y="314505"/>
              <a:ext cx="127100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99" name="featpaper-node:437:5028" descr="featpaper-node:437:5028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864977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00" name="featpaper-node:437:5029" descr="featpaper-node:437:5029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028960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01" name="featpaper-node:437:5030" descr="featpaper-node:437:5030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192808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02" name="featpaper-node:437:5031" descr="featpaper-node:437:5031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371464" y="311334"/>
              <a:ext cx="149176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03" name="featpaper-node:437:5032" descr="featpaper-node:437:5032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523243" y="314505"/>
              <a:ext cx="163848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04" name="featpaper-node:437:5033" descr="featpaper-node:437:5033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1700026" y="314505"/>
              <a:ext cx="169367" cy="116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05" name="featpaper-node:437:5034" descr="featpaper-node:437:5034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897273" y="314505"/>
              <a:ext cx="120701" cy="116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06" name="featpaper-node:437:5035" descr="featpaper-node:437:5035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2028875" y="311485"/>
              <a:ext cx="120564" cy="122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07" name="featpaper-node:437:5037" descr="featpaper-node:437:5037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0" y="-1"/>
              <a:ext cx="551087" cy="546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08" name="featpaper-node:437:5039" descr="featpaper-node:437:5039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111844" y="395250"/>
              <a:ext cx="14325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09" name="featpaper-node:437:5040" descr="featpaper-node:437:5040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303857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0" name="featpaper-node:437:5041" descr="featpaper-node:437:5041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247514" y="186829"/>
              <a:ext cx="56072" cy="955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1" name="featpaper-node:437:5042" descr="featpaper-node:437:5042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116780" y="209140"/>
              <a:ext cx="130436" cy="213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2" name="featpaper-node:437:5044" descr="featpaper-node:437:5044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16111" y="364163"/>
              <a:ext cx="66552" cy="59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3" name="featpaper-node:437:5045" descr="featpaper-node:437:5045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120110" y="381570"/>
              <a:ext cx="69187" cy="771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4" name="featpaper-node:437:5046" descr="featpaper-node:437:5046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186916" y="380242"/>
              <a:ext cx="76759" cy="76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5" name="featpaper-node:437:5047" descr="featpaper-node:437:5047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139911" y="323955"/>
              <a:ext cx="72679" cy="441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6" name="featpaper-node:437:5048" descr="featpaper-node:437:5048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288441" y="380093"/>
              <a:ext cx="76461" cy="754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7" name="featpaper-node:437:5049" descr="featpaper-node:437:5049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278866" y="349688"/>
              <a:ext cx="67445" cy="516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8" name="featpaper-node:437:5050" descr="featpaper-node:437:5050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84609" y="369714"/>
              <a:ext cx="40830" cy="57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9" name="featpaper-node:437:5051" descr="featpaper-node:437:5051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236252" y="310579"/>
              <a:ext cx="222797" cy="144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0" name="featpaper-node:437:5053" descr="featpaper-node:437:5053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278730" y="417568"/>
              <a:ext cx="79029" cy="91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1" name="featpaper-node:437:5054" descr="featpaper-node:437:5054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194469" y="417674"/>
              <a:ext cx="79029" cy="914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2" name="featpaper-node:437:5055" descr="featpaper-node:437:5055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206214" y="349727"/>
              <a:ext cx="67445" cy="515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3" name="featpaper-node:437:5056" descr="featpaper-node:437:5056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201972" y="323714"/>
              <a:ext cx="61802" cy="418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4" name="featpaper-node:437:5058" descr="featpaper-node:437:5058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261764" y="314212"/>
              <a:ext cx="52103" cy="138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5" name="featpaper-node:437:5059" descr="featpaper-node:437:5059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369553" y="364300"/>
              <a:ext cx="66651" cy="594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6" name="featpaper-node:437:5060" descr="featpaper-node:437:5060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364877" y="381576"/>
              <a:ext cx="67110" cy="662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7" name="featpaper-node:437:5061" descr="featpaper-node:437:5061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427248" y="370742"/>
              <a:ext cx="40172" cy="56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8" name="featpaper-node:437:5062" descr="featpaper-node:437:5062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340009" y="324086"/>
              <a:ext cx="70186" cy="44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9" name="featpaper-node:437:5063" descr="featpaper-node:437:5063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306636" y="323564"/>
              <a:ext cx="43446" cy="405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0" name="featpaper-node:437:5065" descr="featpaper-node:437:5065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275394" y="200030"/>
              <a:ext cx="13532" cy="24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1" name="featpaper-node:437:5067" descr="featpaper-node:437:5067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247514" y="230733"/>
              <a:ext cx="47787" cy="51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2" name="featpaper-node:437:5068" descr="featpaper-node:437:5068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13512" y="13387"/>
              <a:ext cx="524068" cy="5193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3" name="featpaper-node:437:5069" descr="featpaper-node:437:5069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9581" y="9500"/>
              <a:ext cx="531907" cy="527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4" name="featpaper-node:437:5070" descr="featpaper-node:437:5070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76839" y="76142"/>
              <a:ext cx="397403" cy="3938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5" name="featpaper-node:437:5071" descr="featpaper-node:437:5071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247067" y="106511"/>
              <a:ext cx="56940" cy="564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6" name="featpaper-node:437:5074" descr="featpaper-node:437:5074"/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366921" y="224438"/>
              <a:ext cx="136166" cy="175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7" name="featpaper-node:437:5075" descr="featpaper-node:437:5075"/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519718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8" name="featpaper-node:437:5076" descr="featpaper-node:437:5076"/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634960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9" name="featpaper-node:437:5077" descr="featpaper-node:437:5077"/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778480" y="229343"/>
              <a:ext cx="32024" cy="166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40" name="featpaper-node:437:5078" descr="featpaper-node:437:5078"/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835692" y="230057"/>
              <a:ext cx="113011" cy="165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41" name="featpaper-node:437:5079" descr="featpaper-node:437:5079"/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951046" y="268789"/>
              <a:ext cx="125562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42" name="featpaper-node:437:5080" descr="featpaper-node:437:5080"/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11081804" y="272770"/>
              <a:ext cx="121990" cy="122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43" name="featpaper-node:437:5081" descr="featpaper-node:437:5081"/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1208580" y="268789"/>
              <a:ext cx="125560" cy="131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44" name="featpaper-node:437:5083" descr="featpaper-node:437:5083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9857259" y="63500"/>
              <a:ext cx="442244" cy="4430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45" name="featpaper-node:437:5084" descr="featpaper-node:437:5084"/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9933050" y="172120"/>
              <a:ext cx="289670" cy="2258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46" name="featpaper-node:437:5086" descr="featpaper-node:437:5086"/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7694861" y="89166"/>
              <a:ext cx="265461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47" name="featpaper-node:437:5087" descr="featpaper-node:437:5087"/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7987506" y="94108"/>
              <a:ext cx="85850" cy="2693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48" name="featpaper-node:437:5088" descr="featpaper-node:437:5088"/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7801359" y="391437"/>
              <a:ext cx="266093" cy="864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49" name="featpaper-node:437:5089" descr="featpaper-node:437:5089"/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7689155" y="202828"/>
              <a:ext cx="85019" cy="2701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50" name="featpaper-node:437:5090" descr="featpaper-node:437:5090"/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7641940" y="131173"/>
              <a:ext cx="211312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51" name="featpaper-node:437:5091" descr="featpaper-node:437:5091"/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7835131" y="38100"/>
              <a:ext cx="196851" cy="2157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52" name="featpaper-node:437:5092" descr="featpaper-node:437:5092"/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7909259" y="235768"/>
              <a:ext cx="212825" cy="1984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53" name="featpaper-node:437:5093" descr="featpaper-node:437:5093"/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7729711" y="312365"/>
              <a:ext cx="196020" cy="2157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54" name="featpaper-node:437:5094" descr="featpaper-node:437:5094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8193075" y="75492"/>
              <a:ext cx="115306" cy="1805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55" name="featpaper-node:437:5095" descr="featpaper-node:437:5095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313166" y="128203"/>
              <a:ext cx="87475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56" name="featpaper-node:437:5096" descr="featpaper-node:437:5096"/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8407884" y="129028"/>
              <a:ext cx="107343" cy="125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57" name="featpaper-node:437:5097" descr="featpaper-node:437:5097"/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8525669" y="130757"/>
              <a:ext cx="95784" cy="1228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58" name="featpaper-node:437:5098" descr="featpaper-node:437:5098"/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8640142" y="79610"/>
              <a:ext cx="96528" cy="1748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59" name="featpaper-node:437:5099" descr="featpaper-node:437:5099"/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8879743" y="79611"/>
              <a:ext cx="93391" cy="1747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0" name="featpaper-node:437:5100" descr="featpaper-node:437:5100"/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8741780" y="106113"/>
              <a:ext cx="126443" cy="1696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1" name="featpaper-node:437:5101" descr="featpaper-node:437:5101"/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8194563" y="298697"/>
              <a:ext cx="155836" cy="186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2" name="featpaper-node:437:5102" descr="featpaper-node:437:5102"/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8375762" y="353057"/>
              <a:ext cx="10311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3" name="featpaper-node:437:5103" descr="featpaper-node:437:5103"/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8489801" y="352064"/>
              <a:ext cx="108373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4" name="featpaper-node:437:5104" descr="featpaper-node:437:5104"/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860967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5" name="featpaper-node:437:5105" descr="featpaper-node:437:5105"/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8724069" y="352233"/>
              <a:ext cx="181360" cy="132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6" name="featpaper-node:437:5106" descr="featpaper-node:437:5106"/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8930060" y="353057"/>
              <a:ext cx="101390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7" name="featpaper-node:437:5107" descr="featpaper-node:437:5107"/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043640" y="353057"/>
              <a:ext cx="112304" cy="1311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8" name="featpaper-node:437:5108" descr="featpaper-node:437:5108"/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172202" y="318460"/>
              <a:ext cx="80877" cy="1640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9" name="Picture 299" descr="Picture 299"/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5518525" y="50800"/>
              <a:ext cx="1617681" cy="4778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2" name="featpaper-node:437:6966" descr="featpaper-node:437:69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3" name="featpaper-node:437:6969" descr="featpaper-node:437:69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0" y="4368800"/>
            <a:ext cx="4488458" cy="4488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4" name="featpaper-node:437:6971" descr="featpaper-node:437:69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1289" y="5057347"/>
            <a:ext cx="3114328" cy="29757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5" name="featpaper-node:437:6972" descr="featpaper-node:437:69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8435" y="4453135"/>
            <a:ext cx="4319787" cy="4319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6" name="featpaper-node:437:6973" descr="featpaper-node:437:697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4006" y="5365284"/>
            <a:ext cx="2635499" cy="2667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7" name="featpaper-node:437:6974" descr="featpaper-node:437:69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6235" y="4633559"/>
            <a:ext cx="3960417" cy="39895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8" name="featpaper-node:437:6975" descr="featpaper-node:437:697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0923" y="4435635"/>
            <a:ext cx="4354811" cy="4354805"/>
          </a:xfrm>
          <a:prstGeom prst="rect">
            <a:avLst/>
          </a:prstGeom>
          <a:ln w="12700">
            <a:miter lim="400000"/>
          </a:ln>
        </p:spPr>
      </p:pic>
      <p:sp>
        <p:nvSpPr>
          <p:cNvPr id="1479" name="TextBox 1478"/>
          <p:cNvSpPr txBox="1"/>
          <p:nvPr/>
        </p:nvSpPr>
        <p:spPr>
          <a:xfrm>
            <a:off x="1333500" y="3000824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Takeaways</a:t>
            </a:r>
          </a:p>
        </p:txBody>
      </p:sp>
      <p:sp>
        <p:nvSpPr>
          <p:cNvPr id="1480" name="TextBox 1479"/>
          <p:cNvSpPr txBox="1"/>
          <p:nvPr/>
        </p:nvSpPr>
        <p:spPr>
          <a:xfrm>
            <a:off x="1333500" y="4292600"/>
            <a:ext cx="18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Three loops:</a:t>
            </a:r>
          </a:p>
          <a:p/>
          <a:p/>
          <a:p/>
          <a:p/>
          <a:p/>
          <a:p>
            <a:r>
              <a:rPr sz="1400" b="0"/>
              <a:t>telemetry (RS-485 + DBMS) · LAN / dashboard · radio ↔ Control Center</a:t>
            </a:r>
          </a:p>
          <a:p>
            <a:r>
              <a:rPr sz="1400" b="0"/>
              <a:t/>
            </a:r>
          </a:p>
          <a:p>
            <a:r>
              <a:rPr sz="1400" b="0"/>
              <a:t>Next: practical tasks on the bench.</a:t>
            </a:r>
          </a:p>
          <a:p>
            <a:r>
              <a:rPr sz="1400" b="0"/>
              <a:t/>
            </a:r>
          </a:p>
          <a:p>
            <a:r>
              <a:rPr sz="1400" b="0"/>
              <a:t>Visual: reuse the overview diagram from slide 3.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2723</Words>
  <Application>Microsoft Office PowerPoint</Application>
  <PresentationFormat>Произвольный</PresentationFormat>
  <Paragraphs>129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Aleksey Gilenko</cp:lastModifiedBy>
  <cp:revision>1</cp:revision>
  <dcterms:modified xsi:type="dcterms:W3CDTF">2026-09-25T19:50:23Z</dcterms:modified>
</cp:coreProperties>
</file>